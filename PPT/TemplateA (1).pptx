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99" r:id="rId2"/>
    <p:sldId id="322" r:id="rId3"/>
    <p:sldId id="323" r:id="rId4"/>
    <p:sldId id="598" r:id="rId5"/>
    <p:sldId id="60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édio 1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Estilo Médio 1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Estilo Escuro 2 - Ênfase 5/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Estilo Escuro 2 - Ênfase 1/Ênfas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Estilo Escuro 2 - Ênfase 3/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E171933-4619-4E11-9A3F-F7608DF75F80}" styleName="Estilo Médio 1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Estilo Claro 3 - Ênfas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11" autoAdjust="0"/>
    <p:restoredTop sz="94660"/>
  </p:normalViewPr>
  <p:slideViewPr>
    <p:cSldViewPr snapToGrid="0">
      <p:cViewPr varScale="1">
        <p:scale>
          <a:sx n="73" d="100"/>
          <a:sy n="73" d="100"/>
        </p:scale>
        <p:origin x="564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EB1DFD-7E9A-4C78-B202-028BCECD9D42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08144F-FE56-4BC6-A24C-1077E736F0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602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F0FF0-8C44-4910-A1B4-9843A56EB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CB2DE9-5531-4A08-961A-0000D9BC9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B8D6EB-B45D-4038-8249-1DA14711B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18D058-CA91-4D9D-8A7B-4FB051F49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77B0F2-DEB6-45D8-AEAA-21270445E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3784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C90C1-AA0F-48FD-B2D9-38C05E693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7B18D0-8816-44BD-B395-1C8A6AD8B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54EBEA-61C6-4E47-870C-194D7CB2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60AA62-57DA-4CC1-B56C-3DFD8BE98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2E3687-9CEC-47A8-970B-52F2D98F1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4241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E1CB0-714B-4CD3-B787-4ADE306D0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31E410-53D7-4EB7-8EF1-819C8F878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4CAA3D-628C-4DF8-86B9-C8E1C70D7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5295D4-8C74-4337-B695-F59AFEAE5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C9AD81-5A25-478B-A84A-E94B2909E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1467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FBEBE1-906D-47F8-928D-6D75753D0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C9024B-AFFA-4A71-A8E4-4454C0CB2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57B4A8E-5956-4537-BCE7-E7F14BEA6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6C67870-BBAF-46AA-A0DF-C569A41B2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D2C9B1B-8470-4B62-8035-8578E49E6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5B22BE-0ACF-4EC3-AEDA-B57F7E90B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7029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FAAFC-0033-4E0C-9E6D-B97225B8C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E3592F-4397-4FB3-8F3D-68DCCEB22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4FF879-4E31-40E3-9CC3-5E6C3C088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42F66B0-BFD7-4852-BA2F-BA52AFEBB6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D7FD6C8-8160-4FE9-A032-8B6334D22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D9BE47D-F856-494F-84D8-783DCDF25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D8362E8-671B-42D8-B68B-D4C28F629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3602ED6-848A-482D-A5E9-8ED68D8DD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2985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05A826-97E4-498F-BBF2-730CF7D59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0296030-B660-4084-A4BC-A6B4BDDD9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E1E32BB-84A4-4692-83F0-6B8FC08EC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53ADC06-BC70-4A38-8D50-EA74234F2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970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9526A5A-D603-4E55-8633-0297CAD4C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2FF4B49-D18F-4468-B810-3BA5A1F80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68E663-1590-441D-A7EC-2727833CF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4655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DB9F36-C21B-412F-886B-0FF1EBB63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C6E38D-DF31-4DF8-ACF1-2688304F1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4217158-0FAE-4446-AB1C-392B2B185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78394E-DFD2-47A9-A968-8A0150A3B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0F0CE1-C804-4D44-BF79-C9128819D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6D01FA-C07F-48B4-B607-458A4C7BB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79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EB4B5-396D-4BFC-94EA-A7017B27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9607620-34DB-4F5D-96B2-1FCBC5D311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326435-EEA6-4F39-96FD-4CA1FDFAC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6C4E22B-ED1C-44D9-9102-87786779F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223D40-4476-437B-840F-FC35A826C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EE511E-F738-46B8-B8F1-F6CE5F535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3233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7C194-1604-4F50-8C20-83F28AA88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8B4548-3271-4CF8-81DC-A6B75ACD19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CD0242-1D61-4C05-96D1-A7BA96E52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809F7A-BE87-4BB5-944D-CB39BB0B1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220AF3-3115-45FB-A715-247713D68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5820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214DC69-4607-4D04-9561-D2426E2029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2F1E724-027B-444E-B1E9-708ABF574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BA176F-2C63-40A5-A535-27AF054C5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70073A-A58A-4293-9D5F-CBCF8DC76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BD0318-A0E4-4A11-AE08-3913702A3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1000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D348FE7-B484-B1FF-CE9C-B5F0D1FF34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ACFD6228-CF7F-9C44-C6F5-3AF149F540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5558" y="1706539"/>
            <a:ext cx="5343072" cy="1483756"/>
          </a:xfrm>
        </p:spPr>
        <p:txBody>
          <a:bodyPr lIns="0" tIns="0" rIns="0" bIns="0" anchor="b" anchorCtr="0">
            <a:no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 err="1"/>
              <a:t>Escreva</a:t>
            </a:r>
            <a:r>
              <a:rPr lang="en-US" dirty="0"/>
              <a:t> </a:t>
            </a:r>
            <a:r>
              <a:rPr lang="en-US" dirty="0" err="1"/>
              <a:t>aqui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</a:t>
            </a:r>
            <a:endParaRPr lang="pt-BR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8BEDDAC8-E14F-F629-7982-012B078713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7663" y="3248353"/>
            <a:ext cx="5384800" cy="80728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AQUI VOCÊ PODE USAR UMA FRASE CURTA PARA CONTEXTUALIZAR O TEMA.</a:t>
            </a:r>
            <a:endParaRPr lang="pt-BR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8D71B34-DEF2-55D7-D32E-B6B62C75A7A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27662" y="4263556"/>
            <a:ext cx="5384800" cy="1190571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300">
                <a:solidFill>
                  <a:schemeClr val="tx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Este </a:t>
            </a:r>
            <a:r>
              <a:rPr lang="en-US" dirty="0" err="1"/>
              <a:t>é</a:t>
            </a:r>
            <a:r>
              <a:rPr lang="en-US" dirty="0"/>
              <a:t> o </a:t>
            </a:r>
            <a:r>
              <a:rPr lang="en-US" dirty="0" err="1"/>
              <a:t>espaço</a:t>
            </a:r>
            <a:r>
              <a:rPr lang="en-US" dirty="0"/>
              <a:t> para o </a:t>
            </a:r>
            <a:r>
              <a:rPr lang="en-US" dirty="0" err="1"/>
              <a:t>seu</a:t>
            </a:r>
            <a:r>
              <a:rPr lang="en-US" dirty="0"/>
              <a:t> </a:t>
            </a:r>
            <a:r>
              <a:rPr lang="en-US" dirty="0" err="1"/>
              <a:t>texto</a:t>
            </a:r>
            <a:r>
              <a:rPr lang="en-US" dirty="0"/>
              <a:t>. </a:t>
            </a:r>
            <a:r>
              <a:rPr lang="en-US" dirty="0" err="1"/>
              <a:t>Tente</a:t>
            </a:r>
            <a:r>
              <a:rPr lang="en-US" dirty="0"/>
              <a:t> ser breve: um </a:t>
            </a:r>
            <a:r>
              <a:rPr lang="en-US" dirty="0" err="1"/>
              <a:t>parágrafo</a:t>
            </a:r>
            <a:r>
              <a:rPr lang="en-US" dirty="0"/>
              <a:t> </a:t>
            </a:r>
            <a:r>
              <a:rPr lang="en-US" dirty="0" err="1"/>
              <a:t>curto</a:t>
            </a:r>
            <a:r>
              <a:rPr lang="en-US" dirty="0"/>
              <a:t> </a:t>
            </a:r>
            <a:r>
              <a:rPr lang="en-US" dirty="0" err="1"/>
              <a:t>já</a:t>
            </a:r>
            <a:r>
              <a:rPr lang="en-US" dirty="0"/>
              <a:t> basta. Se </a:t>
            </a:r>
            <a:r>
              <a:rPr lang="en-US" dirty="0" err="1"/>
              <a:t>preferir</a:t>
            </a:r>
            <a:r>
              <a:rPr lang="en-US" dirty="0"/>
              <a:t>, </a:t>
            </a:r>
            <a:r>
              <a:rPr lang="en-US" dirty="0" err="1"/>
              <a:t>você</a:t>
            </a:r>
            <a:r>
              <a:rPr lang="en-US" dirty="0"/>
              <a:t> </a:t>
            </a:r>
            <a:r>
              <a:rPr lang="en-US" dirty="0" err="1"/>
              <a:t>pode</a:t>
            </a:r>
            <a:r>
              <a:rPr lang="en-US" dirty="0"/>
              <a:t> usar </a:t>
            </a:r>
            <a:r>
              <a:rPr lang="en-US" dirty="0" err="1"/>
              <a:t>tópicos</a:t>
            </a:r>
            <a:r>
              <a:rPr lang="en-US" dirty="0"/>
              <a:t> para </a:t>
            </a:r>
            <a:r>
              <a:rPr lang="en-US" dirty="0" err="1"/>
              <a:t>organizar</a:t>
            </a:r>
            <a:r>
              <a:rPr lang="en-US" dirty="0"/>
              <a:t> as </a:t>
            </a:r>
            <a:r>
              <a:rPr lang="en-US" dirty="0" err="1"/>
              <a:t>ideias</a:t>
            </a:r>
            <a:r>
              <a:rPr lang="en-US" dirty="0"/>
              <a:t>. O </a:t>
            </a:r>
            <a:r>
              <a:rPr lang="en-US" dirty="0" err="1"/>
              <a:t>importante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manter</a:t>
            </a:r>
            <a:r>
              <a:rPr lang="en-US" dirty="0"/>
              <a:t> a </a:t>
            </a:r>
            <a:r>
              <a:rPr lang="en-US" dirty="0" err="1"/>
              <a:t>leitura</a:t>
            </a:r>
            <a:r>
              <a:rPr lang="en-US" dirty="0"/>
              <a:t> </a:t>
            </a:r>
            <a:r>
              <a:rPr lang="en-US" dirty="0" err="1"/>
              <a:t>fácil</a:t>
            </a:r>
            <a:r>
              <a:rPr lang="en-US" dirty="0"/>
              <a:t>,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exemplo</a:t>
            </a:r>
            <a:r>
              <a:rPr lang="en-US" dirty="0"/>
              <a:t> que </a:t>
            </a:r>
            <a:r>
              <a:rPr lang="en-US" dirty="0" err="1"/>
              <a:t>você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vendo</a:t>
            </a:r>
            <a:r>
              <a:rPr lang="en-US" dirty="0"/>
              <a:t> agora.</a:t>
            </a:r>
            <a:endParaRPr lang="pt-BR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69708646-1FF1-8664-C9CC-D98080FF6A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27662" y="1355462"/>
            <a:ext cx="5384800" cy="293019"/>
          </a:xfrm>
        </p:spPr>
        <p:txBody>
          <a:bodyPr anchor="b" anchorCtr="0">
            <a:noAutofit/>
          </a:bodyPr>
          <a:lstStyle>
            <a:lvl1pPr algn="l">
              <a:defRPr sz="1600" b="1" spc="600">
                <a:solidFill>
                  <a:srgbClr val="F1560F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ASSUNTO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36316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D348FE7-B484-B1FF-CE9C-B5F0D1FF34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547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3EB5ED5-E303-4244-87DA-929F8BFC1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FEE580-1B86-4B02-AD6E-38CDD2389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0A1998-DA85-4809-A9FE-3452D6A259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89C03C-4968-40DC-BD62-8C06A9CE5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7B1BD9-D2BF-40FD-86E7-2E6CAEC38A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4973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m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6" y="211872"/>
            <a:ext cx="12170403" cy="664612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E2834A2-1C50-4F77-6537-429AE3A4A91E}"/>
              </a:ext>
            </a:extLst>
          </p:cNvPr>
          <p:cNvSpPr/>
          <p:nvPr/>
        </p:nvSpPr>
        <p:spPr>
          <a:xfrm>
            <a:off x="21596" y="-51240"/>
            <a:ext cx="12192000" cy="6968836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0FCEA42-7692-A902-B473-45CEA51484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93469" y="4762934"/>
            <a:ext cx="6742225" cy="898332"/>
          </a:xfrm>
          <a:prstGeom prst="rect">
            <a:avLst/>
          </a:prstGeom>
        </p:spPr>
      </p:pic>
      <p:grpSp>
        <p:nvGrpSpPr>
          <p:cNvPr id="4" name="Gráfico 2">
            <a:extLst>
              <a:ext uri="{FF2B5EF4-FFF2-40B4-BE49-F238E27FC236}">
                <a16:creationId xmlns:a16="http://schemas.microsoft.com/office/drawing/2014/main" id="{5902A203-3368-7E66-BAB4-1C1056C424E2}"/>
              </a:ext>
            </a:extLst>
          </p:cNvPr>
          <p:cNvGrpSpPr/>
          <p:nvPr/>
        </p:nvGrpSpPr>
        <p:grpSpPr>
          <a:xfrm>
            <a:off x="2221310" y="667285"/>
            <a:ext cx="7770973" cy="2546571"/>
            <a:chOff x="2035628" y="1911692"/>
            <a:chExt cx="7770973" cy="2546571"/>
          </a:xfrm>
        </p:grpSpPr>
        <p:grpSp>
          <p:nvGrpSpPr>
            <p:cNvPr id="5" name="Gráfico 2">
              <a:extLst>
                <a:ext uri="{FF2B5EF4-FFF2-40B4-BE49-F238E27FC236}">
                  <a16:creationId xmlns:a16="http://schemas.microsoft.com/office/drawing/2014/main" id="{780550D3-422A-9461-55D0-ABC2FA4E63EE}"/>
                </a:ext>
              </a:extLst>
            </p:cNvPr>
            <p:cNvGrpSpPr/>
            <p:nvPr/>
          </p:nvGrpSpPr>
          <p:grpSpPr>
            <a:xfrm>
              <a:off x="2035628" y="2331599"/>
              <a:ext cx="7770973" cy="2126665"/>
              <a:chOff x="2035628" y="2331599"/>
              <a:chExt cx="7770973" cy="2126665"/>
            </a:xfrm>
          </p:grpSpPr>
          <p:sp>
            <p:nvSpPr>
              <p:cNvPr id="6" name="Forma Livre 5">
                <a:extLst>
                  <a:ext uri="{FF2B5EF4-FFF2-40B4-BE49-F238E27FC236}">
                    <a16:creationId xmlns:a16="http://schemas.microsoft.com/office/drawing/2014/main" id="{C3A7F271-FDD8-9CD6-FBE9-1F4201CB82D3}"/>
                  </a:ext>
                </a:extLst>
              </p:cNvPr>
              <p:cNvSpPr/>
              <p:nvPr/>
            </p:nvSpPr>
            <p:spPr>
              <a:xfrm>
                <a:off x="5829871" y="2751362"/>
                <a:ext cx="779122" cy="1116074"/>
              </a:xfrm>
              <a:custGeom>
                <a:avLst/>
                <a:gdLst>
                  <a:gd name="connsiteX0" fmla="*/ 202367 w 779122"/>
                  <a:gd name="connsiteY0" fmla="*/ 1116046 h 1116074"/>
                  <a:gd name="connsiteX1" fmla="*/ 51911 w 779122"/>
                  <a:gd name="connsiteY1" fmla="*/ 1020852 h 1116074"/>
                  <a:gd name="connsiteX2" fmla="*/ 0 w 779122"/>
                  <a:gd name="connsiteY2" fmla="*/ 786488 h 1116074"/>
                  <a:gd name="connsiteX3" fmla="*/ 28893 w 779122"/>
                  <a:gd name="connsiteY3" fmla="*/ 593478 h 1116074"/>
                  <a:gd name="connsiteX4" fmla="*/ 118910 w 779122"/>
                  <a:gd name="connsiteY4" fmla="*/ 441824 h 1116074"/>
                  <a:gd name="connsiteX5" fmla="*/ 260154 w 779122"/>
                  <a:gd name="connsiteY5" fmla="*/ 380775 h 1116074"/>
                  <a:gd name="connsiteX6" fmla="*/ 395494 w 779122"/>
                  <a:gd name="connsiteY6" fmla="*/ 497629 h 1116074"/>
                  <a:gd name="connsiteX7" fmla="*/ 402054 w 779122"/>
                  <a:gd name="connsiteY7" fmla="*/ 497629 h 1116074"/>
                  <a:gd name="connsiteX8" fmla="*/ 383657 w 779122"/>
                  <a:gd name="connsiteY8" fmla="*/ 19694 h 1116074"/>
                  <a:gd name="connsiteX9" fmla="*/ 491415 w 779122"/>
                  <a:gd name="connsiteY9" fmla="*/ 0 h 1116074"/>
                  <a:gd name="connsiteX10" fmla="*/ 596521 w 779122"/>
                  <a:gd name="connsiteY10" fmla="*/ 19694 h 1116074"/>
                  <a:gd name="connsiteX11" fmla="*/ 562351 w 779122"/>
                  <a:gd name="connsiteY11" fmla="*/ 688016 h 1116074"/>
                  <a:gd name="connsiteX12" fmla="*/ 572191 w 779122"/>
                  <a:gd name="connsiteY12" fmla="*/ 900720 h 1116074"/>
                  <a:gd name="connsiteX13" fmla="*/ 608329 w 779122"/>
                  <a:gd name="connsiteY13" fmla="*/ 966358 h 1116074"/>
                  <a:gd name="connsiteX14" fmla="*/ 708187 w 779122"/>
                  <a:gd name="connsiteY14" fmla="*/ 739204 h 1116074"/>
                  <a:gd name="connsiteX15" fmla="*/ 729208 w 779122"/>
                  <a:gd name="connsiteY15" fmla="*/ 733960 h 1116074"/>
                  <a:gd name="connsiteX16" fmla="*/ 762694 w 779122"/>
                  <a:gd name="connsiteY16" fmla="*/ 745133 h 1116074"/>
                  <a:gd name="connsiteX17" fmla="*/ 779123 w 779122"/>
                  <a:gd name="connsiteY17" fmla="*/ 774660 h 1116074"/>
                  <a:gd name="connsiteX18" fmla="*/ 672020 w 779122"/>
                  <a:gd name="connsiteY18" fmla="*/ 1022819 h 1116074"/>
                  <a:gd name="connsiteX19" fmla="*/ 529464 w 779122"/>
                  <a:gd name="connsiteY19" fmla="*/ 1116046 h 1116074"/>
                  <a:gd name="connsiteX20" fmla="*/ 428951 w 779122"/>
                  <a:gd name="connsiteY20" fmla="*/ 1062863 h 1116074"/>
                  <a:gd name="connsiteX21" fmla="*/ 399373 w 779122"/>
                  <a:gd name="connsiteY21" fmla="*/ 920414 h 1116074"/>
                  <a:gd name="connsiteX22" fmla="*/ 391501 w 779122"/>
                  <a:gd name="connsiteY22" fmla="*/ 920414 h 1116074"/>
                  <a:gd name="connsiteX23" fmla="*/ 317912 w 779122"/>
                  <a:gd name="connsiteY23" fmla="*/ 1062236 h 1116074"/>
                  <a:gd name="connsiteX24" fmla="*/ 202282 w 779122"/>
                  <a:gd name="connsiteY24" fmla="*/ 1116074 h 1116074"/>
                  <a:gd name="connsiteX25" fmla="*/ 270708 w 779122"/>
                  <a:gd name="connsiteY25" fmla="*/ 966358 h 1116074"/>
                  <a:gd name="connsiteX26" fmla="*/ 346920 w 779122"/>
                  <a:gd name="connsiteY26" fmla="*/ 881681 h 1116074"/>
                  <a:gd name="connsiteX27" fmla="*/ 378466 w 779122"/>
                  <a:gd name="connsiteY27" fmla="*/ 682772 h 1116074"/>
                  <a:gd name="connsiteX28" fmla="*/ 355477 w 779122"/>
                  <a:gd name="connsiteY28" fmla="*/ 558051 h 1116074"/>
                  <a:gd name="connsiteX29" fmla="*/ 295694 w 779122"/>
                  <a:gd name="connsiteY29" fmla="*/ 508146 h 1116074"/>
                  <a:gd name="connsiteX30" fmla="*/ 219481 w 779122"/>
                  <a:gd name="connsiteY30" fmla="*/ 582990 h 1116074"/>
                  <a:gd name="connsiteX31" fmla="*/ 193183 w 779122"/>
                  <a:gd name="connsiteY31" fmla="*/ 764171 h 1116074"/>
                  <a:gd name="connsiteX32" fmla="*/ 213548 w 779122"/>
                  <a:gd name="connsiteY32" fmla="*/ 902686 h 1116074"/>
                  <a:gd name="connsiteX33" fmla="*/ 270708 w 779122"/>
                  <a:gd name="connsiteY33" fmla="*/ 966358 h 1116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79122" h="1116074">
                    <a:moveTo>
                      <a:pt x="202367" y="1116046"/>
                    </a:moveTo>
                    <a:cubicBezTo>
                      <a:pt x="136652" y="1116046"/>
                      <a:pt x="86509" y="1084295"/>
                      <a:pt x="51911" y="1020852"/>
                    </a:cubicBezTo>
                    <a:cubicBezTo>
                      <a:pt x="17313" y="957409"/>
                      <a:pt x="0" y="879287"/>
                      <a:pt x="0" y="786488"/>
                    </a:cubicBezTo>
                    <a:cubicBezTo>
                      <a:pt x="0" y="718199"/>
                      <a:pt x="9641" y="653872"/>
                      <a:pt x="28893" y="593478"/>
                    </a:cubicBezTo>
                    <a:cubicBezTo>
                      <a:pt x="48146" y="533084"/>
                      <a:pt x="78152" y="482523"/>
                      <a:pt x="118910" y="441824"/>
                    </a:cubicBezTo>
                    <a:cubicBezTo>
                      <a:pt x="159641" y="401124"/>
                      <a:pt x="206732" y="380775"/>
                      <a:pt x="260154" y="380775"/>
                    </a:cubicBezTo>
                    <a:cubicBezTo>
                      <a:pt x="325870" y="380775"/>
                      <a:pt x="370964" y="419736"/>
                      <a:pt x="395494" y="497629"/>
                    </a:cubicBezTo>
                    <a:lnTo>
                      <a:pt x="402054" y="497629"/>
                    </a:lnTo>
                    <a:cubicBezTo>
                      <a:pt x="398546" y="319070"/>
                      <a:pt x="392385" y="159749"/>
                      <a:pt x="383657" y="19694"/>
                    </a:cubicBezTo>
                    <a:cubicBezTo>
                      <a:pt x="395922" y="6555"/>
                      <a:pt x="431832" y="0"/>
                      <a:pt x="491415" y="0"/>
                    </a:cubicBezTo>
                    <a:cubicBezTo>
                      <a:pt x="550999" y="0"/>
                      <a:pt x="587764" y="6555"/>
                      <a:pt x="596521" y="19694"/>
                    </a:cubicBezTo>
                    <a:cubicBezTo>
                      <a:pt x="573732" y="345319"/>
                      <a:pt x="562351" y="568112"/>
                      <a:pt x="562351" y="688016"/>
                    </a:cubicBezTo>
                    <a:cubicBezTo>
                      <a:pt x="562351" y="786060"/>
                      <a:pt x="565631" y="856971"/>
                      <a:pt x="572191" y="900720"/>
                    </a:cubicBezTo>
                    <a:cubicBezTo>
                      <a:pt x="578752" y="944497"/>
                      <a:pt x="590788" y="966358"/>
                      <a:pt x="608329" y="966358"/>
                    </a:cubicBezTo>
                    <a:cubicBezTo>
                      <a:pt x="649487" y="966358"/>
                      <a:pt x="682773" y="890659"/>
                      <a:pt x="708187" y="739204"/>
                    </a:cubicBezTo>
                    <a:cubicBezTo>
                      <a:pt x="714319" y="735727"/>
                      <a:pt x="721336" y="733960"/>
                      <a:pt x="729208" y="733960"/>
                    </a:cubicBezTo>
                    <a:cubicBezTo>
                      <a:pt x="741444" y="733960"/>
                      <a:pt x="752625" y="737694"/>
                      <a:pt x="762694" y="745133"/>
                    </a:cubicBezTo>
                    <a:cubicBezTo>
                      <a:pt x="772762" y="752571"/>
                      <a:pt x="778238" y="762404"/>
                      <a:pt x="779123" y="774660"/>
                    </a:cubicBezTo>
                    <a:cubicBezTo>
                      <a:pt x="749345" y="877976"/>
                      <a:pt x="713635" y="960686"/>
                      <a:pt x="672020" y="1022819"/>
                    </a:cubicBezTo>
                    <a:cubicBezTo>
                      <a:pt x="630406" y="1084979"/>
                      <a:pt x="582859" y="1116046"/>
                      <a:pt x="529464" y="1116046"/>
                    </a:cubicBezTo>
                    <a:cubicBezTo>
                      <a:pt x="484769" y="1116046"/>
                      <a:pt x="451284" y="1098318"/>
                      <a:pt x="428951" y="1062863"/>
                    </a:cubicBezTo>
                    <a:cubicBezTo>
                      <a:pt x="406618" y="1027407"/>
                      <a:pt x="396749" y="979953"/>
                      <a:pt x="399373" y="920414"/>
                    </a:cubicBezTo>
                    <a:lnTo>
                      <a:pt x="391501" y="920414"/>
                    </a:lnTo>
                    <a:cubicBezTo>
                      <a:pt x="376584" y="979069"/>
                      <a:pt x="352082" y="1026324"/>
                      <a:pt x="317912" y="1062236"/>
                    </a:cubicBezTo>
                    <a:cubicBezTo>
                      <a:pt x="283742" y="1098118"/>
                      <a:pt x="245180" y="1116074"/>
                      <a:pt x="202282" y="1116074"/>
                    </a:cubicBezTo>
                    <a:close/>
                    <a:moveTo>
                      <a:pt x="270708" y="966358"/>
                    </a:moveTo>
                    <a:cubicBezTo>
                      <a:pt x="300485" y="966358"/>
                      <a:pt x="325899" y="938142"/>
                      <a:pt x="346920" y="881681"/>
                    </a:cubicBezTo>
                    <a:cubicBezTo>
                      <a:pt x="367941" y="825221"/>
                      <a:pt x="378466" y="758927"/>
                      <a:pt x="378466" y="682772"/>
                    </a:cubicBezTo>
                    <a:cubicBezTo>
                      <a:pt x="378466" y="632867"/>
                      <a:pt x="370793" y="591312"/>
                      <a:pt x="355477" y="558051"/>
                    </a:cubicBezTo>
                    <a:cubicBezTo>
                      <a:pt x="340132" y="524791"/>
                      <a:pt x="320194" y="508146"/>
                      <a:pt x="295694" y="508146"/>
                    </a:cubicBezTo>
                    <a:cubicBezTo>
                      <a:pt x="262379" y="508146"/>
                      <a:pt x="236994" y="533113"/>
                      <a:pt x="219481" y="582990"/>
                    </a:cubicBezTo>
                    <a:cubicBezTo>
                      <a:pt x="201940" y="632867"/>
                      <a:pt x="193183" y="693289"/>
                      <a:pt x="193183" y="764171"/>
                    </a:cubicBezTo>
                    <a:cubicBezTo>
                      <a:pt x="193183" y="814077"/>
                      <a:pt x="199943" y="860248"/>
                      <a:pt x="213548" y="902686"/>
                    </a:cubicBezTo>
                    <a:cubicBezTo>
                      <a:pt x="227125" y="945153"/>
                      <a:pt x="246150" y="966358"/>
                      <a:pt x="270708" y="96635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" name="Forma Livre 7">
                <a:extLst>
                  <a:ext uri="{FF2B5EF4-FFF2-40B4-BE49-F238E27FC236}">
                    <a16:creationId xmlns:a16="http://schemas.microsoft.com/office/drawing/2014/main" id="{3D2F67A3-CE79-49A0-84E0-B1CFF3BF4044}"/>
                  </a:ext>
                </a:extLst>
              </p:cNvPr>
              <p:cNvSpPr/>
              <p:nvPr/>
            </p:nvSpPr>
            <p:spPr>
              <a:xfrm>
                <a:off x="6511817" y="3132109"/>
                <a:ext cx="525613" cy="748410"/>
              </a:xfrm>
              <a:custGeom>
                <a:avLst/>
                <a:gdLst>
                  <a:gd name="connsiteX0" fmla="*/ 487508 w 525613"/>
                  <a:gd name="connsiteY0" fmla="*/ 404402 h 748410"/>
                  <a:gd name="connsiteX1" fmla="*/ 525614 w 525613"/>
                  <a:gd name="connsiteY1" fmla="*/ 464796 h 748410"/>
                  <a:gd name="connsiteX2" fmla="*/ 496065 w 525613"/>
                  <a:gd name="connsiteY2" fmla="*/ 582306 h 748410"/>
                  <a:gd name="connsiteX3" fmla="*/ 401455 w 525613"/>
                  <a:gd name="connsiteY3" fmla="*/ 697194 h 748410"/>
                  <a:gd name="connsiteX4" fmla="*/ 253623 w 525613"/>
                  <a:gd name="connsiteY4" fmla="*/ 748410 h 748410"/>
                  <a:gd name="connsiteX5" fmla="*/ 65716 w 525613"/>
                  <a:gd name="connsiteY5" fmla="*/ 646661 h 748410"/>
                  <a:gd name="connsiteX6" fmla="*/ 0 w 525613"/>
                  <a:gd name="connsiteY6" fmla="*/ 400469 h 748410"/>
                  <a:gd name="connsiteX7" fmla="*/ 74244 w 525613"/>
                  <a:gd name="connsiteY7" fmla="*/ 120788 h 748410"/>
                  <a:gd name="connsiteX8" fmla="*/ 274644 w 525613"/>
                  <a:gd name="connsiteY8" fmla="*/ 0 h 748410"/>
                  <a:gd name="connsiteX9" fmla="*/ 401455 w 525613"/>
                  <a:gd name="connsiteY9" fmla="*/ 53155 h 748410"/>
                  <a:gd name="connsiteX10" fmla="*/ 445466 w 525613"/>
                  <a:gd name="connsiteY10" fmla="*/ 185115 h 748410"/>
                  <a:gd name="connsiteX11" fmla="*/ 381746 w 525613"/>
                  <a:gd name="connsiteY11" fmla="*/ 358430 h 748410"/>
                  <a:gd name="connsiteX12" fmla="*/ 208956 w 525613"/>
                  <a:gd name="connsiteY12" fmla="*/ 434585 h 748410"/>
                  <a:gd name="connsiteX13" fmla="*/ 203708 w 525613"/>
                  <a:gd name="connsiteY13" fmla="*/ 434585 h 748410"/>
                  <a:gd name="connsiteX14" fmla="*/ 335112 w 525613"/>
                  <a:gd name="connsiteY14" fmla="*/ 602655 h 748410"/>
                  <a:gd name="connsiteX15" fmla="*/ 425129 w 525613"/>
                  <a:gd name="connsiteY15" fmla="*/ 549472 h 748410"/>
                  <a:gd name="connsiteX16" fmla="*/ 477040 w 525613"/>
                  <a:gd name="connsiteY16" fmla="*/ 405713 h 748410"/>
                  <a:gd name="connsiteX17" fmla="*/ 487536 w 525613"/>
                  <a:gd name="connsiteY17" fmla="*/ 404402 h 748410"/>
                  <a:gd name="connsiteX18" fmla="*/ 268084 w 525613"/>
                  <a:gd name="connsiteY18" fmla="*/ 87983 h 748410"/>
                  <a:gd name="connsiteX19" fmla="*/ 214204 w 525613"/>
                  <a:gd name="connsiteY19" fmla="*/ 155616 h 748410"/>
                  <a:gd name="connsiteX20" fmla="*/ 193183 w 525613"/>
                  <a:gd name="connsiteY20" fmla="*/ 315136 h 748410"/>
                  <a:gd name="connsiteX21" fmla="*/ 194496 w 525613"/>
                  <a:gd name="connsiteY21" fmla="*/ 355836 h 748410"/>
                  <a:gd name="connsiteX22" fmla="*/ 208956 w 525613"/>
                  <a:gd name="connsiteY22" fmla="*/ 357147 h 748410"/>
                  <a:gd name="connsiteX23" fmla="*/ 282545 w 525613"/>
                  <a:gd name="connsiteY23" fmla="*/ 299347 h 748410"/>
                  <a:gd name="connsiteX24" fmla="*/ 310154 w 525613"/>
                  <a:gd name="connsiteY24" fmla="*/ 175937 h 748410"/>
                  <a:gd name="connsiteX25" fmla="*/ 298974 w 525613"/>
                  <a:gd name="connsiteY25" fmla="*/ 112893 h 748410"/>
                  <a:gd name="connsiteX26" fmla="*/ 268084 w 525613"/>
                  <a:gd name="connsiteY26" fmla="*/ 87954 h 748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25613" h="748410">
                    <a:moveTo>
                      <a:pt x="487508" y="404402"/>
                    </a:moveTo>
                    <a:cubicBezTo>
                      <a:pt x="512922" y="404402"/>
                      <a:pt x="525614" y="424552"/>
                      <a:pt x="525614" y="464796"/>
                    </a:cubicBezTo>
                    <a:cubicBezTo>
                      <a:pt x="525614" y="500707"/>
                      <a:pt x="515774" y="539868"/>
                      <a:pt x="496065" y="582306"/>
                    </a:cubicBezTo>
                    <a:cubicBezTo>
                      <a:pt x="476327" y="624772"/>
                      <a:pt x="444810" y="663078"/>
                      <a:pt x="401455" y="697194"/>
                    </a:cubicBezTo>
                    <a:cubicBezTo>
                      <a:pt x="358101" y="731338"/>
                      <a:pt x="308814" y="748410"/>
                      <a:pt x="253623" y="748410"/>
                    </a:cubicBezTo>
                    <a:cubicBezTo>
                      <a:pt x="172162" y="748410"/>
                      <a:pt x="109527" y="714465"/>
                      <a:pt x="65716" y="646661"/>
                    </a:cubicBezTo>
                    <a:cubicBezTo>
                      <a:pt x="21905" y="578829"/>
                      <a:pt x="0" y="496774"/>
                      <a:pt x="0" y="400469"/>
                    </a:cubicBezTo>
                    <a:cubicBezTo>
                      <a:pt x="0" y="294559"/>
                      <a:pt x="24729" y="201332"/>
                      <a:pt x="74244" y="120788"/>
                    </a:cubicBezTo>
                    <a:cubicBezTo>
                      <a:pt x="123731" y="40272"/>
                      <a:pt x="190531" y="0"/>
                      <a:pt x="274644" y="0"/>
                    </a:cubicBezTo>
                    <a:cubicBezTo>
                      <a:pt x="329835" y="0"/>
                      <a:pt x="372077" y="17728"/>
                      <a:pt x="401455" y="53155"/>
                    </a:cubicBezTo>
                    <a:cubicBezTo>
                      <a:pt x="430776" y="88610"/>
                      <a:pt x="445466" y="132587"/>
                      <a:pt x="445466" y="185115"/>
                    </a:cubicBezTo>
                    <a:cubicBezTo>
                      <a:pt x="445466" y="249926"/>
                      <a:pt x="424216" y="307698"/>
                      <a:pt x="381746" y="358430"/>
                    </a:cubicBezTo>
                    <a:cubicBezTo>
                      <a:pt x="339248" y="409190"/>
                      <a:pt x="281632" y="434585"/>
                      <a:pt x="208956" y="434585"/>
                    </a:cubicBezTo>
                    <a:lnTo>
                      <a:pt x="203708" y="434585"/>
                    </a:lnTo>
                    <a:cubicBezTo>
                      <a:pt x="225585" y="546651"/>
                      <a:pt x="269424" y="602655"/>
                      <a:pt x="335112" y="602655"/>
                    </a:cubicBezTo>
                    <a:cubicBezTo>
                      <a:pt x="371022" y="602655"/>
                      <a:pt x="401027" y="584928"/>
                      <a:pt x="425129" y="549472"/>
                    </a:cubicBezTo>
                    <a:cubicBezTo>
                      <a:pt x="449202" y="514017"/>
                      <a:pt x="466515" y="466107"/>
                      <a:pt x="477040" y="405713"/>
                    </a:cubicBezTo>
                    <a:cubicBezTo>
                      <a:pt x="479664" y="404858"/>
                      <a:pt x="483172" y="404402"/>
                      <a:pt x="487536" y="404402"/>
                    </a:cubicBezTo>
                    <a:close/>
                    <a:moveTo>
                      <a:pt x="268084" y="87983"/>
                    </a:moveTo>
                    <a:cubicBezTo>
                      <a:pt x="246178" y="87983"/>
                      <a:pt x="228209" y="110527"/>
                      <a:pt x="214204" y="155616"/>
                    </a:cubicBezTo>
                    <a:cubicBezTo>
                      <a:pt x="200172" y="200705"/>
                      <a:pt x="193183" y="253888"/>
                      <a:pt x="193183" y="315136"/>
                    </a:cubicBezTo>
                    <a:cubicBezTo>
                      <a:pt x="193183" y="333520"/>
                      <a:pt x="193611" y="347086"/>
                      <a:pt x="194496" y="355836"/>
                    </a:cubicBezTo>
                    <a:cubicBezTo>
                      <a:pt x="197975" y="356720"/>
                      <a:pt x="202824" y="357147"/>
                      <a:pt x="208956" y="357147"/>
                    </a:cubicBezTo>
                    <a:cubicBezTo>
                      <a:pt x="239618" y="357147"/>
                      <a:pt x="264147" y="337909"/>
                      <a:pt x="282545" y="299347"/>
                    </a:cubicBezTo>
                    <a:cubicBezTo>
                      <a:pt x="300942" y="260842"/>
                      <a:pt x="310154" y="219715"/>
                      <a:pt x="310154" y="175937"/>
                    </a:cubicBezTo>
                    <a:cubicBezTo>
                      <a:pt x="310154" y="150543"/>
                      <a:pt x="306418" y="129537"/>
                      <a:pt x="298974" y="112893"/>
                    </a:cubicBezTo>
                    <a:cubicBezTo>
                      <a:pt x="291529" y="96277"/>
                      <a:pt x="281232" y="87954"/>
                      <a:pt x="268084" y="87954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 8">
                <a:extLst>
                  <a:ext uri="{FF2B5EF4-FFF2-40B4-BE49-F238E27FC236}">
                    <a16:creationId xmlns:a16="http://schemas.microsoft.com/office/drawing/2014/main" id="{F337842C-9811-ECA6-2CD1-45E8E45E2D26}"/>
                  </a:ext>
                </a:extLst>
              </p:cNvPr>
              <p:cNvSpPr/>
              <p:nvPr/>
            </p:nvSpPr>
            <p:spPr>
              <a:xfrm>
                <a:off x="7235634" y="2354456"/>
                <a:ext cx="978010" cy="1666201"/>
              </a:xfrm>
              <a:custGeom>
                <a:avLst/>
                <a:gdLst>
                  <a:gd name="connsiteX0" fmla="*/ 482630 w 978010"/>
                  <a:gd name="connsiteY0" fmla="*/ 1666202 h 1666201"/>
                  <a:gd name="connsiteX1" fmla="*/ 122476 w 978010"/>
                  <a:gd name="connsiteY1" fmla="*/ 1547438 h 1666201"/>
                  <a:gd name="connsiteX2" fmla="*/ 0 w 978010"/>
                  <a:gd name="connsiteY2" fmla="*/ 1274569 h 1666201"/>
                  <a:gd name="connsiteX3" fmla="*/ 60782 w 978010"/>
                  <a:gd name="connsiteY3" fmla="*/ 1086034 h 1666201"/>
                  <a:gd name="connsiteX4" fmla="*/ 219538 w 978010"/>
                  <a:gd name="connsiteY4" fmla="*/ 1008083 h 1666201"/>
                  <a:gd name="connsiteX5" fmla="*/ 326612 w 978010"/>
                  <a:gd name="connsiteY5" fmla="*/ 1046161 h 1666201"/>
                  <a:gd name="connsiteX6" fmla="*/ 368341 w 978010"/>
                  <a:gd name="connsiteY6" fmla="*/ 1127731 h 1666201"/>
                  <a:gd name="connsiteX7" fmla="*/ 281261 w 978010"/>
                  <a:gd name="connsiteY7" fmla="*/ 1323534 h 1666201"/>
                  <a:gd name="connsiteX8" fmla="*/ 332060 w 978010"/>
                  <a:gd name="connsiteY8" fmla="*/ 1470371 h 1666201"/>
                  <a:gd name="connsiteX9" fmla="*/ 482630 w 978010"/>
                  <a:gd name="connsiteY9" fmla="*/ 1530195 h 1666201"/>
                  <a:gd name="connsiteX10" fmla="*/ 637765 w 978010"/>
                  <a:gd name="connsiteY10" fmla="*/ 1471283 h 1666201"/>
                  <a:gd name="connsiteX11" fmla="*/ 696749 w 978010"/>
                  <a:gd name="connsiteY11" fmla="*/ 1310822 h 1666201"/>
                  <a:gd name="connsiteX12" fmla="*/ 654108 w 978010"/>
                  <a:gd name="connsiteY12" fmla="*/ 1141298 h 1666201"/>
                  <a:gd name="connsiteX13" fmla="*/ 547947 w 978010"/>
                  <a:gd name="connsiteY13" fmla="*/ 1003495 h 1666201"/>
                  <a:gd name="connsiteX14" fmla="*/ 409156 w 978010"/>
                  <a:gd name="connsiteY14" fmla="*/ 879287 h 1666201"/>
                  <a:gd name="connsiteX15" fmla="*/ 270337 w 978010"/>
                  <a:gd name="connsiteY15" fmla="*/ 751460 h 1666201"/>
                  <a:gd name="connsiteX16" fmla="*/ 164204 w 978010"/>
                  <a:gd name="connsiteY16" fmla="*/ 601886 h 1666201"/>
                  <a:gd name="connsiteX17" fmla="*/ 121563 w 978010"/>
                  <a:gd name="connsiteY17" fmla="*/ 411527 h 1666201"/>
                  <a:gd name="connsiteX18" fmla="*/ 253109 w 978010"/>
                  <a:gd name="connsiteY18" fmla="*/ 109672 h 1666201"/>
                  <a:gd name="connsiteX19" fmla="*/ 575158 w 978010"/>
                  <a:gd name="connsiteY19" fmla="*/ 0 h 1666201"/>
                  <a:gd name="connsiteX20" fmla="*/ 841872 w 978010"/>
                  <a:gd name="connsiteY20" fmla="*/ 87014 h 1666201"/>
                  <a:gd name="connsiteX21" fmla="*/ 932603 w 978010"/>
                  <a:gd name="connsiteY21" fmla="*/ 290084 h 1666201"/>
                  <a:gd name="connsiteX22" fmla="*/ 883600 w 978010"/>
                  <a:gd name="connsiteY22" fmla="*/ 436010 h 1666201"/>
                  <a:gd name="connsiteX23" fmla="*/ 754793 w 978010"/>
                  <a:gd name="connsiteY23" fmla="*/ 496745 h 1666201"/>
                  <a:gd name="connsiteX24" fmla="*/ 686738 w 978010"/>
                  <a:gd name="connsiteY24" fmla="*/ 481326 h 1666201"/>
                  <a:gd name="connsiteX25" fmla="*/ 641387 w 978010"/>
                  <a:gd name="connsiteY25" fmla="*/ 448693 h 1666201"/>
                  <a:gd name="connsiteX26" fmla="*/ 633230 w 978010"/>
                  <a:gd name="connsiteY26" fmla="*/ 424210 h 1666201"/>
                  <a:gd name="connsiteX27" fmla="*/ 676783 w 978010"/>
                  <a:gd name="connsiteY27" fmla="*/ 280964 h 1666201"/>
                  <a:gd name="connsiteX28" fmla="*/ 640474 w 978010"/>
                  <a:gd name="connsiteY28" fmla="*/ 173999 h 1666201"/>
                  <a:gd name="connsiteX29" fmla="*/ 537080 w 978010"/>
                  <a:gd name="connsiteY29" fmla="*/ 132302 h 1666201"/>
                  <a:gd name="connsiteX30" fmla="*/ 416430 w 978010"/>
                  <a:gd name="connsiteY30" fmla="*/ 180355 h 1666201"/>
                  <a:gd name="connsiteX31" fmla="*/ 371991 w 978010"/>
                  <a:gd name="connsiteY31" fmla="*/ 306358 h 1666201"/>
                  <a:gd name="connsiteX32" fmla="*/ 434598 w 978010"/>
                  <a:gd name="connsiteY32" fmla="*/ 465907 h 1666201"/>
                  <a:gd name="connsiteX33" fmla="*/ 586082 w 978010"/>
                  <a:gd name="connsiteY33" fmla="*/ 620013 h 1666201"/>
                  <a:gd name="connsiteX34" fmla="*/ 763891 w 978010"/>
                  <a:gd name="connsiteY34" fmla="*/ 775942 h 1666201"/>
                  <a:gd name="connsiteX35" fmla="*/ 915404 w 978010"/>
                  <a:gd name="connsiteY35" fmla="*/ 972657 h 1666201"/>
                  <a:gd name="connsiteX36" fmla="*/ 978010 w 978010"/>
                  <a:gd name="connsiteY36" fmla="*/ 1218336 h 1666201"/>
                  <a:gd name="connsiteX37" fmla="*/ 839191 w 978010"/>
                  <a:gd name="connsiteY37" fmla="*/ 1539230 h 1666201"/>
                  <a:gd name="connsiteX38" fmla="*/ 482659 w 978010"/>
                  <a:gd name="connsiteY38" fmla="*/ 1666145 h 1666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8010" h="1666201">
                    <a:moveTo>
                      <a:pt x="482630" y="1666202"/>
                    </a:moveTo>
                    <a:cubicBezTo>
                      <a:pt x="324159" y="1666202"/>
                      <a:pt x="204136" y="1626614"/>
                      <a:pt x="122476" y="1547438"/>
                    </a:cubicBezTo>
                    <a:cubicBezTo>
                      <a:pt x="40844" y="1468290"/>
                      <a:pt x="0" y="1377344"/>
                      <a:pt x="0" y="1274569"/>
                    </a:cubicBezTo>
                    <a:cubicBezTo>
                      <a:pt x="0" y="1200865"/>
                      <a:pt x="20251" y="1137991"/>
                      <a:pt x="60782" y="1086034"/>
                    </a:cubicBezTo>
                    <a:cubicBezTo>
                      <a:pt x="101284" y="1034076"/>
                      <a:pt x="154221" y="1008083"/>
                      <a:pt x="219538" y="1008083"/>
                    </a:cubicBezTo>
                    <a:cubicBezTo>
                      <a:pt x="263092" y="1008083"/>
                      <a:pt x="298745" y="1020766"/>
                      <a:pt x="326612" y="1046161"/>
                    </a:cubicBezTo>
                    <a:cubicBezTo>
                      <a:pt x="354421" y="1071555"/>
                      <a:pt x="368341" y="1098745"/>
                      <a:pt x="368341" y="1127731"/>
                    </a:cubicBezTo>
                    <a:cubicBezTo>
                      <a:pt x="310269" y="1171252"/>
                      <a:pt x="281261" y="1236520"/>
                      <a:pt x="281261" y="1323534"/>
                    </a:cubicBezTo>
                    <a:cubicBezTo>
                      <a:pt x="281261" y="1381562"/>
                      <a:pt x="298204" y="1430498"/>
                      <a:pt x="332060" y="1470371"/>
                    </a:cubicBezTo>
                    <a:cubicBezTo>
                      <a:pt x="365888" y="1510244"/>
                      <a:pt x="416116" y="1530195"/>
                      <a:pt x="482630" y="1530195"/>
                    </a:cubicBezTo>
                    <a:cubicBezTo>
                      <a:pt x="549145" y="1530195"/>
                      <a:pt x="598460" y="1510529"/>
                      <a:pt x="637765" y="1471283"/>
                    </a:cubicBezTo>
                    <a:cubicBezTo>
                      <a:pt x="677069" y="1432009"/>
                      <a:pt x="696749" y="1378541"/>
                      <a:pt x="696749" y="1310822"/>
                    </a:cubicBezTo>
                    <a:cubicBezTo>
                      <a:pt x="696749" y="1251597"/>
                      <a:pt x="682516" y="1195108"/>
                      <a:pt x="654108" y="1141298"/>
                    </a:cubicBezTo>
                    <a:cubicBezTo>
                      <a:pt x="625671" y="1087516"/>
                      <a:pt x="590303" y="1041572"/>
                      <a:pt x="547947" y="1003495"/>
                    </a:cubicBezTo>
                    <a:cubicBezTo>
                      <a:pt x="505591" y="965417"/>
                      <a:pt x="459328" y="924034"/>
                      <a:pt x="409156" y="879287"/>
                    </a:cubicBezTo>
                    <a:cubicBezTo>
                      <a:pt x="358928" y="834597"/>
                      <a:pt x="312693" y="791988"/>
                      <a:pt x="270337" y="751460"/>
                    </a:cubicBezTo>
                    <a:cubicBezTo>
                      <a:pt x="227981" y="710988"/>
                      <a:pt x="192584" y="661140"/>
                      <a:pt x="164204" y="601886"/>
                    </a:cubicBezTo>
                    <a:cubicBezTo>
                      <a:pt x="135739" y="542689"/>
                      <a:pt x="121563" y="479217"/>
                      <a:pt x="121563" y="411527"/>
                    </a:cubicBezTo>
                    <a:cubicBezTo>
                      <a:pt x="121563" y="283415"/>
                      <a:pt x="165374" y="182834"/>
                      <a:pt x="253109" y="109672"/>
                    </a:cubicBezTo>
                    <a:cubicBezTo>
                      <a:pt x="340816" y="36567"/>
                      <a:pt x="448147" y="0"/>
                      <a:pt x="575158" y="0"/>
                    </a:cubicBezTo>
                    <a:cubicBezTo>
                      <a:pt x="692471" y="0"/>
                      <a:pt x="781376" y="28986"/>
                      <a:pt x="841872" y="87014"/>
                    </a:cubicBezTo>
                    <a:cubicBezTo>
                      <a:pt x="902340" y="145042"/>
                      <a:pt x="932603" y="212732"/>
                      <a:pt x="932603" y="290084"/>
                    </a:cubicBezTo>
                    <a:cubicBezTo>
                      <a:pt x="932603" y="346915"/>
                      <a:pt x="916259" y="395538"/>
                      <a:pt x="883600" y="436010"/>
                    </a:cubicBezTo>
                    <a:cubicBezTo>
                      <a:pt x="850942" y="476538"/>
                      <a:pt x="807987" y="496745"/>
                      <a:pt x="754793" y="496745"/>
                    </a:cubicBezTo>
                    <a:cubicBezTo>
                      <a:pt x="730577" y="496745"/>
                      <a:pt x="707902" y="491615"/>
                      <a:pt x="686738" y="481326"/>
                    </a:cubicBezTo>
                    <a:cubicBezTo>
                      <a:pt x="665574" y="471066"/>
                      <a:pt x="650428" y="460207"/>
                      <a:pt x="641387" y="448693"/>
                    </a:cubicBezTo>
                    <a:cubicBezTo>
                      <a:pt x="632317" y="437207"/>
                      <a:pt x="629607" y="429084"/>
                      <a:pt x="633230" y="424210"/>
                    </a:cubicBezTo>
                    <a:cubicBezTo>
                      <a:pt x="662266" y="377069"/>
                      <a:pt x="676783" y="329359"/>
                      <a:pt x="676783" y="280964"/>
                    </a:cubicBezTo>
                    <a:cubicBezTo>
                      <a:pt x="676783" y="237471"/>
                      <a:pt x="664661" y="201816"/>
                      <a:pt x="640474" y="173999"/>
                    </a:cubicBezTo>
                    <a:cubicBezTo>
                      <a:pt x="616259" y="146211"/>
                      <a:pt x="581803" y="132302"/>
                      <a:pt x="537080" y="132302"/>
                    </a:cubicBezTo>
                    <a:cubicBezTo>
                      <a:pt x="486281" y="132302"/>
                      <a:pt x="446065" y="148320"/>
                      <a:pt x="416430" y="180355"/>
                    </a:cubicBezTo>
                    <a:cubicBezTo>
                      <a:pt x="386766" y="212390"/>
                      <a:pt x="371991" y="254401"/>
                      <a:pt x="371991" y="306358"/>
                    </a:cubicBezTo>
                    <a:cubicBezTo>
                      <a:pt x="371991" y="358316"/>
                      <a:pt x="392841" y="412724"/>
                      <a:pt x="434598" y="465907"/>
                    </a:cubicBezTo>
                    <a:cubicBezTo>
                      <a:pt x="476327" y="519090"/>
                      <a:pt x="526812" y="570449"/>
                      <a:pt x="586082" y="620013"/>
                    </a:cubicBezTo>
                    <a:cubicBezTo>
                      <a:pt x="645351" y="669576"/>
                      <a:pt x="704593" y="721534"/>
                      <a:pt x="763891" y="775942"/>
                    </a:cubicBezTo>
                    <a:cubicBezTo>
                      <a:pt x="823161" y="830322"/>
                      <a:pt x="873646" y="895903"/>
                      <a:pt x="915404" y="972657"/>
                    </a:cubicBezTo>
                    <a:cubicBezTo>
                      <a:pt x="957132" y="1049410"/>
                      <a:pt x="978010" y="1131294"/>
                      <a:pt x="978010" y="1218336"/>
                    </a:cubicBezTo>
                    <a:cubicBezTo>
                      <a:pt x="978010" y="1347674"/>
                      <a:pt x="931747" y="1454639"/>
                      <a:pt x="839191" y="1539230"/>
                    </a:cubicBezTo>
                    <a:cubicBezTo>
                      <a:pt x="746664" y="1623821"/>
                      <a:pt x="627810" y="1666145"/>
                      <a:pt x="482659" y="1666145"/>
                    </a:cubicBezTo>
                    <a:close/>
                  </a:path>
                </a:pathLst>
              </a:custGeom>
              <a:solidFill>
                <a:srgbClr val="E96C0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 9">
                <a:extLst>
                  <a:ext uri="{FF2B5EF4-FFF2-40B4-BE49-F238E27FC236}">
                    <a16:creationId xmlns:a16="http://schemas.microsoft.com/office/drawing/2014/main" id="{3A841E6E-7D5D-10F0-89E7-B2FD5E5ABEEE}"/>
                  </a:ext>
                </a:extLst>
              </p:cNvPr>
              <p:cNvSpPr/>
              <p:nvPr/>
            </p:nvSpPr>
            <p:spPr>
              <a:xfrm>
                <a:off x="8277107" y="2880301"/>
                <a:ext cx="849116" cy="1033420"/>
              </a:xfrm>
              <a:custGeom>
                <a:avLst/>
                <a:gdLst>
                  <a:gd name="connsiteX0" fmla="*/ 780178 w 849116"/>
                  <a:gd name="connsiteY0" fmla="*/ 487682 h 1033420"/>
                  <a:gd name="connsiteX1" fmla="*/ 826441 w 849116"/>
                  <a:gd name="connsiteY1" fmla="*/ 503101 h 1033420"/>
                  <a:gd name="connsiteX2" fmla="*/ 849117 w 849116"/>
                  <a:gd name="connsiteY2" fmla="*/ 543886 h 1033420"/>
                  <a:gd name="connsiteX3" fmla="*/ 370137 w 849116"/>
                  <a:gd name="connsiteY3" fmla="*/ 1033421 h 1033420"/>
                  <a:gd name="connsiteX4" fmla="*/ 93440 w 849116"/>
                  <a:gd name="connsiteY4" fmla="*/ 896530 h 1033420"/>
                  <a:gd name="connsiteX5" fmla="*/ 0 w 849116"/>
                  <a:gd name="connsiteY5" fmla="*/ 560217 h 1033420"/>
                  <a:gd name="connsiteX6" fmla="*/ 43554 w 849116"/>
                  <a:gd name="connsiteY6" fmla="*/ 294616 h 1033420"/>
                  <a:gd name="connsiteX7" fmla="*/ 176926 w 849116"/>
                  <a:gd name="connsiteY7" fmla="*/ 84306 h 1033420"/>
                  <a:gd name="connsiteX8" fmla="*/ 382858 w 849116"/>
                  <a:gd name="connsiteY8" fmla="*/ 0 h 1033420"/>
                  <a:gd name="connsiteX9" fmla="*/ 557930 w 849116"/>
                  <a:gd name="connsiteY9" fmla="*/ 74331 h 1033420"/>
                  <a:gd name="connsiteX10" fmla="*/ 618683 w 849116"/>
                  <a:gd name="connsiteY10" fmla="*/ 257450 h 1033420"/>
                  <a:gd name="connsiteX11" fmla="*/ 530691 w 849116"/>
                  <a:gd name="connsiteY11" fmla="*/ 502189 h 1033420"/>
                  <a:gd name="connsiteX12" fmla="*/ 292099 w 849116"/>
                  <a:gd name="connsiteY12" fmla="*/ 610949 h 1033420"/>
                  <a:gd name="connsiteX13" fmla="*/ 281204 w 849116"/>
                  <a:gd name="connsiteY13" fmla="*/ 610949 h 1033420"/>
                  <a:gd name="connsiteX14" fmla="*/ 482602 w 849116"/>
                  <a:gd name="connsiteY14" fmla="*/ 844829 h 1033420"/>
                  <a:gd name="connsiteX15" fmla="*/ 659499 w 849116"/>
                  <a:gd name="connsiteY15" fmla="*/ 743308 h 1033420"/>
                  <a:gd name="connsiteX16" fmla="*/ 751142 w 849116"/>
                  <a:gd name="connsiteY16" fmla="*/ 494921 h 1033420"/>
                  <a:gd name="connsiteX17" fmla="*/ 780149 w 849116"/>
                  <a:gd name="connsiteY17" fmla="*/ 487682 h 1033420"/>
                  <a:gd name="connsiteX18" fmla="*/ 373760 w 849116"/>
                  <a:gd name="connsiteY18" fmla="*/ 121443 h 1033420"/>
                  <a:gd name="connsiteX19" fmla="*/ 298460 w 849116"/>
                  <a:gd name="connsiteY19" fmla="*/ 222964 h 1033420"/>
                  <a:gd name="connsiteX20" fmla="*/ 266715 w 849116"/>
                  <a:gd name="connsiteY20" fmla="*/ 456844 h 1033420"/>
                  <a:gd name="connsiteX21" fmla="*/ 268511 w 849116"/>
                  <a:gd name="connsiteY21" fmla="*/ 502161 h 1033420"/>
                  <a:gd name="connsiteX22" fmla="*/ 292099 w 849116"/>
                  <a:gd name="connsiteY22" fmla="*/ 503956 h 1033420"/>
                  <a:gd name="connsiteX23" fmla="*/ 393697 w 849116"/>
                  <a:gd name="connsiteY23" fmla="*/ 422386 h 1033420"/>
                  <a:gd name="connsiteX24" fmla="*/ 431803 w 849116"/>
                  <a:gd name="connsiteY24" fmla="*/ 246506 h 1033420"/>
                  <a:gd name="connsiteX25" fmla="*/ 416372 w 849116"/>
                  <a:gd name="connsiteY25" fmla="*/ 156756 h 1033420"/>
                  <a:gd name="connsiteX26" fmla="*/ 373731 w 849116"/>
                  <a:gd name="connsiteY26" fmla="*/ 121386 h 1033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849116" h="1033420">
                    <a:moveTo>
                      <a:pt x="780178" y="487682"/>
                    </a:moveTo>
                    <a:cubicBezTo>
                      <a:pt x="797120" y="487682"/>
                      <a:pt x="812522" y="492841"/>
                      <a:pt x="826441" y="503101"/>
                    </a:cubicBezTo>
                    <a:cubicBezTo>
                      <a:pt x="840332" y="513390"/>
                      <a:pt x="847890" y="526957"/>
                      <a:pt x="849117" y="543886"/>
                    </a:cubicBezTo>
                    <a:cubicBezTo>
                      <a:pt x="755962" y="870224"/>
                      <a:pt x="596322" y="1033421"/>
                      <a:pt x="370137" y="1033421"/>
                    </a:cubicBezTo>
                    <a:cubicBezTo>
                      <a:pt x="247947" y="1033421"/>
                      <a:pt x="155734" y="987762"/>
                      <a:pt x="93440" y="896530"/>
                    </a:cubicBezTo>
                    <a:cubicBezTo>
                      <a:pt x="31146" y="805298"/>
                      <a:pt x="0" y="693175"/>
                      <a:pt x="0" y="560217"/>
                    </a:cubicBezTo>
                    <a:cubicBezTo>
                      <a:pt x="0" y="467133"/>
                      <a:pt x="14547" y="378637"/>
                      <a:pt x="43554" y="294616"/>
                    </a:cubicBezTo>
                    <a:cubicBezTo>
                      <a:pt x="72590" y="210623"/>
                      <a:pt x="117057" y="140510"/>
                      <a:pt x="176926" y="84306"/>
                    </a:cubicBezTo>
                    <a:cubicBezTo>
                      <a:pt x="236794" y="28102"/>
                      <a:pt x="305420" y="0"/>
                      <a:pt x="382858" y="0"/>
                    </a:cubicBezTo>
                    <a:cubicBezTo>
                      <a:pt x="460297" y="0"/>
                      <a:pt x="517399" y="24767"/>
                      <a:pt x="557930" y="74331"/>
                    </a:cubicBezTo>
                    <a:cubicBezTo>
                      <a:pt x="598432" y="123894"/>
                      <a:pt x="618683" y="184915"/>
                      <a:pt x="618683" y="257450"/>
                    </a:cubicBezTo>
                    <a:cubicBezTo>
                      <a:pt x="618683" y="348084"/>
                      <a:pt x="589362" y="429682"/>
                      <a:pt x="530691" y="502189"/>
                    </a:cubicBezTo>
                    <a:cubicBezTo>
                      <a:pt x="471991" y="574696"/>
                      <a:pt x="392471" y="610949"/>
                      <a:pt x="292099" y="610949"/>
                    </a:cubicBezTo>
                    <a:lnTo>
                      <a:pt x="281204" y="610949"/>
                    </a:lnTo>
                    <a:cubicBezTo>
                      <a:pt x="310240" y="766879"/>
                      <a:pt x="377382" y="844829"/>
                      <a:pt x="482602" y="844829"/>
                    </a:cubicBezTo>
                    <a:cubicBezTo>
                      <a:pt x="556361" y="844829"/>
                      <a:pt x="615346" y="810998"/>
                      <a:pt x="659499" y="743308"/>
                    </a:cubicBezTo>
                    <a:cubicBezTo>
                      <a:pt x="703652" y="675618"/>
                      <a:pt x="734171" y="592823"/>
                      <a:pt x="751142" y="494921"/>
                    </a:cubicBezTo>
                    <a:cubicBezTo>
                      <a:pt x="759585" y="490105"/>
                      <a:pt x="769282" y="487682"/>
                      <a:pt x="780149" y="487682"/>
                    </a:cubicBezTo>
                    <a:close/>
                    <a:moveTo>
                      <a:pt x="373760" y="121443"/>
                    </a:moveTo>
                    <a:cubicBezTo>
                      <a:pt x="344752" y="121443"/>
                      <a:pt x="319624" y="155302"/>
                      <a:pt x="298460" y="222964"/>
                    </a:cubicBezTo>
                    <a:cubicBezTo>
                      <a:pt x="277296" y="290683"/>
                      <a:pt x="266715" y="368633"/>
                      <a:pt x="266715" y="456844"/>
                    </a:cubicBezTo>
                    <a:cubicBezTo>
                      <a:pt x="266715" y="477422"/>
                      <a:pt x="267313" y="492499"/>
                      <a:pt x="268511" y="502161"/>
                    </a:cubicBezTo>
                    <a:cubicBezTo>
                      <a:pt x="273332" y="503386"/>
                      <a:pt x="281204" y="503956"/>
                      <a:pt x="292099" y="503956"/>
                    </a:cubicBezTo>
                    <a:cubicBezTo>
                      <a:pt x="334427" y="503956"/>
                      <a:pt x="368283" y="476766"/>
                      <a:pt x="393697" y="422386"/>
                    </a:cubicBezTo>
                    <a:cubicBezTo>
                      <a:pt x="419110" y="368006"/>
                      <a:pt x="431803" y="309379"/>
                      <a:pt x="431803" y="246506"/>
                    </a:cubicBezTo>
                    <a:cubicBezTo>
                      <a:pt x="431803" y="210252"/>
                      <a:pt x="426641" y="180355"/>
                      <a:pt x="416372" y="156756"/>
                    </a:cubicBezTo>
                    <a:cubicBezTo>
                      <a:pt x="406075" y="133186"/>
                      <a:pt x="391871" y="121386"/>
                      <a:pt x="373731" y="121386"/>
                    </a:cubicBezTo>
                    <a:close/>
                  </a:path>
                </a:pathLst>
              </a:custGeom>
              <a:solidFill>
                <a:srgbClr val="E96C0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 10">
                <a:extLst>
                  <a:ext uri="{FF2B5EF4-FFF2-40B4-BE49-F238E27FC236}">
                    <a16:creationId xmlns:a16="http://schemas.microsoft.com/office/drawing/2014/main" id="{524A3B97-C11F-EFB9-4C70-AA30DA1347DE}"/>
                  </a:ext>
                </a:extLst>
              </p:cNvPr>
              <p:cNvSpPr/>
              <p:nvPr/>
            </p:nvSpPr>
            <p:spPr>
              <a:xfrm>
                <a:off x="8968380" y="2718928"/>
                <a:ext cx="838220" cy="1176610"/>
              </a:xfrm>
              <a:custGeom>
                <a:avLst/>
                <a:gdLst>
                  <a:gd name="connsiteX0" fmla="*/ 771107 w 838220"/>
                  <a:gd name="connsiteY0" fmla="*/ 683485 h 1176610"/>
                  <a:gd name="connsiteX1" fmla="*/ 838221 w 838220"/>
                  <a:gd name="connsiteY1" fmla="*/ 755991 h 1176610"/>
                  <a:gd name="connsiteX2" fmla="*/ 812808 w 838220"/>
                  <a:gd name="connsiteY2" fmla="*/ 874755 h 1176610"/>
                  <a:gd name="connsiteX3" fmla="*/ 743840 w 838220"/>
                  <a:gd name="connsiteY3" fmla="*/ 1012530 h 1176610"/>
                  <a:gd name="connsiteX4" fmla="*/ 632260 w 838220"/>
                  <a:gd name="connsiteY4" fmla="*/ 1128557 h 1176610"/>
                  <a:gd name="connsiteX5" fmla="*/ 489847 w 838220"/>
                  <a:gd name="connsiteY5" fmla="*/ 1176610 h 1176610"/>
                  <a:gd name="connsiteX6" fmla="*/ 277581 w 838220"/>
                  <a:gd name="connsiteY6" fmla="*/ 939111 h 1176610"/>
                  <a:gd name="connsiteX7" fmla="*/ 300256 w 838220"/>
                  <a:gd name="connsiteY7" fmla="*/ 658090 h 1176610"/>
                  <a:gd name="connsiteX8" fmla="*/ 322932 w 838220"/>
                  <a:gd name="connsiteY8" fmla="*/ 402464 h 1176610"/>
                  <a:gd name="connsiteX9" fmla="*/ 302967 w 838220"/>
                  <a:gd name="connsiteY9" fmla="*/ 368034 h 1176610"/>
                  <a:gd name="connsiteX10" fmla="*/ 264889 w 838220"/>
                  <a:gd name="connsiteY10" fmla="*/ 373478 h 1176610"/>
                  <a:gd name="connsiteX11" fmla="*/ 217712 w 838220"/>
                  <a:gd name="connsiteY11" fmla="*/ 378922 h 1176610"/>
                  <a:gd name="connsiteX12" fmla="*/ 157815 w 838220"/>
                  <a:gd name="connsiteY12" fmla="*/ 705259 h 1176610"/>
                  <a:gd name="connsiteX13" fmla="*/ 128808 w 838220"/>
                  <a:gd name="connsiteY13" fmla="*/ 712499 h 1176610"/>
                  <a:gd name="connsiteX14" fmla="*/ 82544 w 838220"/>
                  <a:gd name="connsiteY14" fmla="*/ 697108 h 1176610"/>
                  <a:gd name="connsiteX15" fmla="*/ 59897 w 838220"/>
                  <a:gd name="connsiteY15" fmla="*/ 656323 h 1176610"/>
                  <a:gd name="connsiteX16" fmla="*/ 92556 w 838220"/>
                  <a:gd name="connsiteY16" fmla="*/ 344464 h 1176610"/>
                  <a:gd name="connsiteX17" fmla="*/ 0 w 838220"/>
                  <a:gd name="connsiteY17" fmla="*/ 174056 h 1176610"/>
                  <a:gd name="connsiteX18" fmla="*/ 40815 w 838220"/>
                  <a:gd name="connsiteY18" fmla="*/ 52584 h 1176610"/>
                  <a:gd name="connsiteX19" fmla="*/ 137878 w 838220"/>
                  <a:gd name="connsiteY19" fmla="*/ 0 h 1176610"/>
                  <a:gd name="connsiteX20" fmla="*/ 197747 w 838220"/>
                  <a:gd name="connsiteY20" fmla="*/ 61648 h 1176610"/>
                  <a:gd name="connsiteX21" fmla="*/ 223161 w 838220"/>
                  <a:gd name="connsiteY21" fmla="*/ 224817 h 1176610"/>
                  <a:gd name="connsiteX22" fmla="*/ 230405 w 838220"/>
                  <a:gd name="connsiteY22" fmla="*/ 224817 h 1176610"/>
                  <a:gd name="connsiteX23" fmla="*/ 338363 w 838220"/>
                  <a:gd name="connsiteY23" fmla="*/ 205778 h 1176610"/>
                  <a:gd name="connsiteX24" fmla="*/ 457216 w 838220"/>
                  <a:gd name="connsiteY24" fmla="*/ 186739 h 1176610"/>
                  <a:gd name="connsiteX25" fmla="*/ 550656 w 838220"/>
                  <a:gd name="connsiteY25" fmla="*/ 231172 h 1176610"/>
                  <a:gd name="connsiteX26" fmla="*/ 578751 w 838220"/>
                  <a:gd name="connsiteY26" fmla="*/ 387985 h 1176610"/>
                  <a:gd name="connsiteX27" fmla="*/ 569681 w 838220"/>
                  <a:gd name="connsiteY27" fmla="*/ 592851 h 1176610"/>
                  <a:gd name="connsiteX28" fmla="*/ 560611 w 838220"/>
                  <a:gd name="connsiteY28" fmla="*/ 801365 h 1176610"/>
                  <a:gd name="connsiteX29" fmla="*/ 613235 w 838220"/>
                  <a:gd name="connsiteY29" fmla="*/ 969949 h 1176610"/>
                  <a:gd name="connsiteX30" fmla="*/ 692157 w 838220"/>
                  <a:gd name="connsiteY30" fmla="*/ 883847 h 1176610"/>
                  <a:gd name="connsiteX31" fmla="*/ 725728 w 838220"/>
                  <a:gd name="connsiteY31" fmla="*/ 701640 h 1176610"/>
                  <a:gd name="connsiteX32" fmla="*/ 771079 w 838220"/>
                  <a:gd name="connsiteY32" fmla="*/ 683513 h 1176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838220" h="1176610">
                    <a:moveTo>
                      <a:pt x="771107" y="683485"/>
                    </a:moveTo>
                    <a:cubicBezTo>
                      <a:pt x="815830" y="683485"/>
                      <a:pt x="838221" y="707682"/>
                      <a:pt x="838221" y="755991"/>
                    </a:cubicBezTo>
                    <a:cubicBezTo>
                      <a:pt x="838221" y="788625"/>
                      <a:pt x="829750" y="828242"/>
                      <a:pt x="812808" y="874755"/>
                    </a:cubicBezTo>
                    <a:cubicBezTo>
                      <a:pt x="795865" y="921269"/>
                      <a:pt x="772905" y="967213"/>
                      <a:pt x="743840" y="1012530"/>
                    </a:cubicBezTo>
                    <a:cubicBezTo>
                      <a:pt x="714832" y="1057846"/>
                      <a:pt x="677639" y="1096579"/>
                      <a:pt x="632260" y="1128557"/>
                    </a:cubicBezTo>
                    <a:cubicBezTo>
                      <a:pt x="586908" y="1160564"/>
                      <a:pt x="539418" y="1176610"/>
                      <a:pt x="489847" y="1176610"/>
                    </a:cubicBezTo>
                    <a:cubicBezTo>
                      <a:pt x="348317" y="1176610"/>
                      <a:pt x="277581" y="1097463"/>
                      <a:pt x="277581" y="939111"/>
                    </a:cubicBezTo>
                    <a:cubicBezTo>
                      <a:pt x="277581" y="908928"/>
                      <a:pt x="285112" y="815245"/>
                      <a:pt x="300256" y="658090"/>
                    </a:cubicBezTo>
                    <a:cubicBezTo>
                      <a:pt x="315345" y="500992"/>
                      <a:pt x="322932" y="415774"/>
                      <a:pt x="322932" y="402464"/>
                    </a:cubicBezTo>
                    <a:cubicBezTo>
                      <a:pt x="322932" y="379520"/>
                      <a:pt x="316258" y="368034"/>
                      <a:pt x="302967" y="368034"/>
                    </a:cubicBezTo>
                    <a:cubicBezTo>
                      <a:pt x="298117" y="368034"/>
                      <a:pt x="285425" y="369830"/>
                      <a:pt x="264889" y="373478"/>
                    </a:cubicBezTo>
                    <a:cubicBezTo>
                      <a:pt x="244296" y="377098"/>
                      <a:pt x="228580" y="378922"/>
                      <a:pt x="217712" y="378922"/>
                    </a:cubicBezTo>
                    <a:cubicBezTo>
                      <a:pt x="205590" y="490133"/>
                      <a:pt x="185653" y="598922"/>
                      <a:pt x="157815" y="705259"/>
                    </a:cubicBezTo>
                    <a:cubicBezTo>
                      <a:pt x="149344" y="710104"/>
                      <a:pt x="139675" y="712499"/>
                      <a:pt x="128808" y="712499"/>
                    </a:cubicBezTo>
                    <a:cubicBezTo>
                      <a:pt x="111865" y="712499"/>
                      <a:pt x="96434" y="707368"/>
                      <a:pt x="82544" y="697108"/>
                    </a:cubicBezTo>
                    <a:cubicBezTo>
                      <a:pt x="68653" y="686819"/>
                      <a:pt x="61067" y="673253"/>
                      <a:pt x="59897" y="656323"/>
                    </a:cubicBezTo>
                    <a:cubicBezTo>
                      <a:pt x="78037" y="557225"/>
                      <a:pt x="88905" y="453253"/>
                      <a:pt x="92556" y="344464"/>
                    </a:cubicBezTo>
                    <a:cubicBezTo>
                      <a:pt x="30861" y="305788"/>
                      <a:pt x="0" y="248985"/>
                      <a:pt x="0" y="174056"/>
                    </a:cubicBezTo>
                    <a:cubicBezTo>
                      <a:pt x="0" y="128112"/>
                      <a:pt x="13605" y="87641"/>
                      <a:pt x="40815" y="52584"/>
                    </a:cubicBezTo>
                    <a:cubicBezTo>
                      <a:pt x="68026" y="17557"/>
                      <a:pt x="100371" y="0"/>
                      <a:pt x="137878" y="0"/>
                    </a:cubicBezTo>
                    <a:cubicBezTo>
                      <a:pt x="163292" y="0"/>
                      <a:pt x="183229" y="20578"/>
                      <a:pt x="197747" y="61648"/>
                    </a:cubicBezTo>
                    <a:cubicBezTo>
                      <a:pt x="212293" y="102746"/>
                      <a:pt x="220707" y="157155"/>
                      <a:pt x="223161" y="224817"/>
                    </a:cubicBezTo>
                    <a:lnTo>
                      <a:pt x="230405" y="224817"/>
                    </a:lnTo>
                    <a:cubicBezTo>
                      <a:pt x="248545" y="224817"/>
                      <a:pt x="284513" y="218489"/>
                      <a:pt x="338363" y="205778"/>
                    </a:cubicBezTo>
                    <a:cubicBezTo>
                      <a:pt x="392185" y="193095"/>
                      <a:pt x="431803" y="186739"/>
                      <a:pt x="457216" y="186739"/>
                    </a:cubicBezTo>
                    <a:cubicBezTo>
                      <a:pt x="500742" y="186739"/>
                      <a:pt x="531889" y="201560"/>
                      <a:pt x="550656" y="231172"/>
                    </a:cubicBezTo>
                    <a:cubicBezTo>
                      <a:pt x="569396" y="260813"/>
                      <a:pt x="578751" y="313056"/>
                      <a:pt x="578751" y="387985"/>
                    </a:cubicBezTo>
                    <a:cubicBezTo>
                      <a:pt x="578751" y="427858"/>
                      <a:pt x="575728" y="496175"/>
                      <a:pt x="569681" y="592851"/>
                    </a:cubicBezTo>
                    <a:cubicBezTo>
                      <a:pt x="563634" y="689555"/>
                      <a:pt x="560611" y="759041"/>
                      <a:pt x="560611" y="801365"/>
                    </a:cubicBezTo>
                    <a:cubicBezTo>
                      <a:pt x="560611" y="913773"/>
                      <a:pt x="578124" y="969949"/>
                      <a:pt x="613235" y="969949"/>
                    </a:cubicBezTo>
                    <a:cubicBezTo>
                      <a:pt x="643440" y="969949"/>
                      <a:pt x="669738" y="941248"/>
                      <a:pt x="692157" y="883847"/>
                    </a:cubicBezTo>
                    <a:cubicBezTo>
                      <a:pt x="714518" y="826446"/>
                      <a:pt x="725728" y="765710"/>
                      <a:pt x="725728" y="701640"/>
                    </a:cubicBezTo>
                    <a:cubicBezTo>
                      <a:pt x="737793" y="689555"/>
                      <a:pt x="752939" y="683513"/>
                      <a:pt x="771079" y="683513"/>
                    </a:cubicBezTo>
                    <a:close/>
                  </a:path>
                </a:pathLst>
              </a:custGeom>
              <a:solidFill>
                <a:srgbClr val="E96C0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grpSp>
            <p:nvGrpSpPr>
              <p:cNvPr id="12" name="Gráfico 2">
                <a:extLst>
                  <a:ext uri="{FF2B5EF4-FFF2-40B4-BE49-F238E27FC236}">
                    <a16:creationId xmlns:a16="http://schemas.microsoft.com/office/drawing/2014/main" id="{00804FFD-770B-470D-24DA-97FBB41F831F}"/>
                  </a:ext>
                </a:extLst>
              </p:cNvPr>
              <p:cNvGrpSpPr/>
              <p:nvPr/>
            </p:nvGrpSpPr>
            <p:grpSpPr>
              <a:xfrm>
                <a:off x="3051630" y="2605408"/>
                <a:ext cx="2480237" cy="1303525"/>
                <a:chOff x="3051630" y="2605408"/>
                <a:chExt cx="2480237" cy="1303525"/>
              </a:xfrm>
              <a:solidFill>
                <a:srgbClr val="FFFFFF"/>
              </a:solidFill>
            </p:grpSpPr>
            <p:sp>
              <p:nvSpPr>
                <p:cNvPr id="13" name="Forma Livre 12">
                  <a:extLst>
                    <a:ext uri="{FF2B5EF4-FFF2-40B4-BE49-F238E27FC236}">
                      <a16:creationId xmlns:a16="http://schemas.microsoft.com/office/drawing/2014/main" id="{1C4D21CB-C37E-D3CB-B647-40AF8F0F7F4D}"/>
                    </a:ext>
                  </a:extLst>
                </p:cNvPr>
                <p:cNvSpPr/>
                <p:nvPr/>
              </p:nvSpPr>
              <p:spPr>
                <a:xfrm>
                  <a:off x="3051630" y="2875513"/>
                  <a:ext cx="849145" cy="1033420"/>
                </a:xfrm>
                <a:custGeom>
                  <a:avLst/>
                  <a:gdLst>
                    <a:gd name="connsiteX0" fmla="*/ 780178 w 849145"/>
                    <a:gd name="connsiteY0" fmla="*/ 487711 h 1033420"/>
                    <a:gd name="connsiteX1" fmla="*/ 826442 w 849145"/>
                    <a:gd name="connsiteY1" fmla="*/ 503130 h 1033420"/>
                    <a:gd name="connsiteX2" fmla="*/ 849145 w 849145"/>
                    <a:gd name="connsiteY2" fmla="*/ 543915 h 1033420"/>
                    <a:gd name="connsiteX3" fmla="*/ 370109 w 849145"/>
                    <a:gd name="connsiteY3" fmla="*/ 1033421 h 1033420"/>
                    <a:gd name="connsiteX4" fmla="*/ 93440 w 849145"/>
                    <a:gd name="connsiteY4" fmla="*/ 896530 h 1033420"/>
                    <a:gd name="connsiteX5" fmla="*/ 0 w 849145"/>
                    <a:gd name="connsiteY5" fmla="*/ 560217 h 1033420"/>
                    <a:gd name="connsiteX6" fmla="*/ 43554 w 849145"/>
                    <a:gd name="connsiteY6" fmla="*/ 294616 h 1033420"/>
                    <a:gd name="connsiteX7" fmla="*/ 176925 w 849145"/>
                    <a:gd name="connsiteY7" fmla="*/ 84306 h 1033420"/>
                    <a:gd name="connsiteX8" fmla="*/ 382858 w 849145"/>
                    <a:gd name="connsiteY8" fmla="*/ 0 h 1033420"/>
                    <a:gd name="connsiteX9" fmla="*/ 557930 w 849145"/>
                    <a:gd name="connsiteY9" fmla="*/ 74331 h 1033420"/>
                    <a:gd name="connsiteX10" fmla="*/ 618712 w 849145"/>
                    <a:gd name="connsiteY10" fmla="*/ 257450 h 1033420"/>
                    <a:gd name="connsiteX11" fmla="*/ 530691 w 849145"/>
                    <a:gd name="connsiteY11" fmla="*/ 502189 h 1033420"/>
                    <a:gd name="connsiteX12" fmla="*/ 292128 w 849145"/>
                    <a:gd name="connsiteY12" fmla="*/ 610978 h 1033420"/>
                    <a:gd name="connsiteX13" fmla="*/ 281233 w 849145"/>
                    <a:gd name="connsiteY13" fmla="*/ 610978 h 1033420"/>
                    <a:gd name="connsiteX14" fmla="*/ 482630 w 849145"/>
                    <a:gd name="connsiteY14" fmla="*/ 844858 h 1033420"/>
                    <a:gd name="connsiteX15" fmla="*/ 659527 w 849145"/>
                    <a:gd name="connsiteY15" fmla="*/ 743337 h 1033420"/>
                    <a:gd name="connsiteX16" fmla="*/ 751142 w 849145"/>
                    <a:gd name="connsiteY16" fmla="*/ 494950 h 1033420"/>
                    <a:gd name="connsiteX17" fmla="*/ 780178 w 849145"/>
                    <a:gd name="connsiteY17" fmla="*/ 487711 h 1033420"/>
                    <a:gd name="connsiteX18" fmla="*/ 373760 w 849145"/>
                    <a:gd name="connsiteY18" fmla="*/ 121472 h 1033420"/>
                    <a:gd name="connsiteX19" fmla="*/ 298489 w 849145"/>
                    <a:gd name="connsiteY19" fmla="*/ 223021 h 1033420"/>
                    <a:gd name="connsiteX20" fmla="*/ 266715 w 849145"/>
                    <a:gd name="connsiteY20" fmla="*/ 456901 h 1033420"/>
                    <a:gd name="connsiteX21" fmla="*/ 268540 w 849145"/>
                    <a:gd name="connsiteY21" fmla="*/ 502218 h 1033420"/>
                    <a:gd name="connsiteX22" fmla="*/ 292128 w 849145"/>
                    <a:gd name="connsiteY22" fmla="*/ 504013 h 1033420"/>
                    <a:gd name="connsiteX23" fmla="*/ 393754 w 849145"/>
                    <a:gd name="connsiteY23" fmla="*/ 422443 h 1033420"/>
                    <a:gd name="connsiteX24" fmla="*/ 431832 w 849145"/>
                    <a:gd name="connsiteY24" fmla="*/ 246563 h 1033420"/>
                    <a:gd name="connsiteX25" fmla="*/ 416401 w 849145"/>
                    <a:gd name="connsiteY25" fmla="*/ 156813 h 1033420"/>
                    <a:gd name="connsiteX26" fmla="*/ 373760 w 849145"/>
                    <a:gd name="connsiteY26" fmla="*/ 121443 h 1033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849145" h="1033420">
                      <a:moveTo>
                        <a:pt x="780178" y="487711"/>
                      </a:moveTo>
                      <a:cubicBezTo>
                        <a:pt x="797120" y="487711"/>
                        <a:pt x="812523" y="492869"/>
                        <a:pt x="826442" y="503130"/>
                      </a:cubicBezTo>
                      <a:cubicBezTo>
                        <a:pt x="840332" y="513419"/>
                        <a:pt x="847919" y="527014"/>
                        <a:pt x="849145" y="543915"/>
                      </a:cubicBezTo>
                      <a:cubicBezTo>
                        <a:pt x="755991" y="870252"/>
                        <a:pt x="596321" y="1033421"/>
                        <a:pt x="370109" y="1033421"/>
                      </a:cubicBezTo>
                      <a:cubicBezTo>
                        <a:pt x="247918" y="1033421"/>
                        <a:pt x="155705" y="987762"/>
                        <a:pt x="93440" y="896530"/>
                      </a:cubicBezTo>
                      <a:cubicBezTo>
                        <a:pt x="31147" y="805298"/>
                        <a:pt x="0" y="693203"/>
                        <a:pt x="0" y="560217"/>
                      </a:cubicBezTo>
                      <a:cubicBezTo>
                        <a:pt x="0" y="467161"/>
                        <a:pt x="14518" y="378637"/>
                        <a:pt x="43554" y="294616"/>
                      </a:cubicBezTo>
                      <a:cubicBezTo>
                        <a:pt x="72590" y="210623"/>
                        <a:pt x="117057" y="140510"/>
                        <a:pt x="176925" y="84306"/>
                      </a:cubicBezTo>
                      <a:cubicBezTo>
                        <a:pt x="236794" y="28102"/>
                        <a:pt x="305420" y="0"/>
                        <a:pt x="382858" y="0"/>
                      </a:cubicBezTo>
                      <a:cubicBezTo>
                        <a:pt x="460297" y="0"/>
                        <a:pt x="517399" y="24767"/>
                        <a:pt x="557930" y="74331"/>
                      </a:cubicBezTo>
                      <a:cubicBezTo>
                        <a:pt x="598432" y="123894"/>
                        <a:pt x="618712" y="184915"/>
                        <a:pt x="618712" y="257450"/>
                      </a:cubicBezTo>
                      <a:cubicBezTo>
                        <a:pt x="618712" y="348112"/>
                        <a:pt x="589333" y="429682"/>
                        <a:pt x="530691" y="502189"/>
                      </a:cubicBezTo>
                      <a:cubicBezTo>
                        <a:pt x="472020" y="574696"/>
                        <a:pt x="392528" y="610978"/>
                        <a:pt x="292128" y="610978"/>
                      </a:cubicBezTo>
                      <a:lnTo>
                        <a:pt x="281233" y="610978"/>
                      </a:lnTo>
                      <a:cubicBezTo>
                        <a:pt x="310240" y="766879"/>
                        <a:pt x="377411" y="844858"/>
                        <a:pt x="482630" y="844858"/>
                      </a:cubicBezTo>
                      <a:cubicBezTo>
                        <a:pt x="556390" y="844858"/>
                        <a:pt x="615375" y="811027"/>
                        <a:pt x="659527" y="743337"/>
                      </a:cubicBezTo>
                      <a:cubicBezTo>
                        <a:pt x="703680" y="675647"/>
                        <a:pt x="734199" y="592851"/>
                        <a:pt x="751142" y="494950"/>
                      </a:cubicBezTo>
                      <a:cubicBezTo>
                        <a:pt x="759585" y="490133"/>
                        <a:pt x="769311" y="487711"/>
                        <a:pt x="780178" y="487711"/>
                      </a:cubicBezTo>
                      <a:close/>
                      <a:moveTo>
                        <a:pt x="373760" y="121472"/>
                      </a:moveTo>
                      <a:cubicBezTo>
                        <a:pt x="344752" y="121472"/>
                        <a:pt x="319624" y="155331"/>
                        <a:pt x="298489" y="223021"/>
                      </a:cubicBezTo>
                      <a:cubicBezTo>
                        <a:pt x="277325" y="290740"/>
                        <a:pt x="266715" y="368661"/>
                        <a:pt x="266715" y="456901"/>
                      </a:cubicBezTo>
                      <a:cubicBezTo>
                        <a:pt x="266715" y="477479"/>
                        <a:pt x="267314" y="492556"/>
                        <a:pt x="268540" y="502218"/>
                      </a:cubicBezTo>
                      <a:cubicBezTo>
                        <a:pt x="273332" y="503443"/>
                        <a:pt x="281233" y="504013"/>
                        <a:pt x="292128" y="504013"/>
                      </a:cubicBezTo>
                      <a:cubicBezTo>
                        <a:pt x="334427" y="504013"/>
                        <a:pt x="368341" y="476823"/>
                        <a:pt x="393754" y="422443"/>
                      </a:cubicBezTo>
                      <a:cubicBezTo>
                        <a:pt x="419139" y="368063"/>
                        <a:pt x="431832" y="309436"/>
                        <a:pt x="431832" y="246563"/>
                      </a:cubicBezTo>
                      <a:cubicBezTo>
                        <a:pt x="431832" y="210309"/>
                        <a:pt x="426669" y="180412"/>
                        <a:pt x="416401" y="156813"/>
                      </a:cubicBezTo>
                      <a:cubicBezTo>
                        <a:pt x="406104" y="133243"/>
                        <a:pt x="391900" y="121443"/>
                        <a:pt x="373760" y="1214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" name="Forma Livre 13">
                  <a:extLst>
                    <a:ext uri="{FF2B5EF4-FFF2-40B4-BE49-F238E27FC236}">
                      <a16:creationId xmlns:a16="http://schemas.microsoft.com/office/drawing/2014/main" id="{0315CF6F-384C-E604-9964-FE901378E139}"/>
                    </a:ext>
                  </a:extLst>
                </p:cNvPr>
                <p:cNvSpPr/>
                <p:nvPr/>
              </p:nvSpPr>
              <p:spPr>
                <a:xfrm>
                  <a:off x="3795527" y="2605408"/>
                  <a:ext cx="553337" cy="1285427"/>
                </a:xfrm>
                <a:custGeom>
                  <a:avLst/>
                  <a:gdLst>
                    <a:gd name="connsiteX0" fmla="*/ 203223 w 553337"/>
                    <a:gd name="connsiteY0" fmla="*/ 1285399 h 1285427"/>
                    <a:gd name="connsiteX1" fmla="*/ 43554 w 553337"/>
                    <a:gd name="connsiteY1" fmla="*/ 1179318 h 1285427"/>
                    <a:gd name="connsiteX2" fmla="*/ 0 w 553337"/>
                    <a:gd name="connsiteY2" fmla="*/ 861160 h 1285427"/>
                    <a:gd name="connsiteX3" fmla="*/ 19966 w 553337"/>
                    <a:gd name="connsiteY3" fmla="*/ 402464 h 1285427"/>
                    <a:gd name="connsiteX4" fmla="*/ 146977 w 553337"/>
                    <a:gd name="connsiteY4" fmla="*/ 380718 h 1285427"/>
                    <a:gd name="connsiteX5" fmla="*/ 272191 w 553337"/>
                    <a:gd name="connsiteY5" fmla="*/ 402464 h 1285427"/>
                    <a:gd name="connsiteX6" fmla="*/ 257673 w 553337"/>
                    <a:gd name="connsiteY6" fmla="*/ 763259 h 1285427"/>
                    <a:gd name="connsiteX7" fmla="*/ 321164 w 553337"/>
                    <a:gd name="connsiteY7" fmla="*/ 1078709 h 1285427"/>
                    <a:gd name="connsiteX8" fmla="*/ 455420 w 553337"/>
                    <a:gd name="connsiteY8" fmla="*/ 765083 h 1285427"/>
                    <a:gd name="connsiteX9" fmla="*/ 484427 w 553337"/>
                    <a:gd name="connsiteY9" fmla="*/ 757844 h 1285427"/>
                    <a:gd name="connsiteX10" fmla="*/ 530691 w 553337"/>
                    <a:gd name="connsiteY10" fmla="*/ 773263 h 1285427"/>
                    <a:gd name="connsiteX11" fmla="*/ 553338 w 553337"/>
                    <a:gd name="connsiteY11" fmla="*/ 814048 h 1285427"/>
                    <a:gd name="connsiteX12" fmla="*/ 203195 w 553337"/>
                    <a:gd name="connsiteY12" fmla="*/ 1285428 h 1285427"/>
                    <a:gd name="connsiteX13" fmla="*/ 254906 w 553337"/>
                    <a:gd name="connsiteY13" fmla="*/ 230232 h 1285427"/>
                    <a:gd name="connsiteX14" fmla="*/ 152396 w 553337"/>
                    <a:gd name="connsiteY14" fmla="*/ 270105 h 1285427"/>
                    <a:gd name="connsiteX15" fmla="*/ 49886 w 553337"/>
                    <a:gd name="connsiteY15" fmla="*/ 230232 h 1285427"/>
                    <a:gd name="connsiteX16" fmla="*/ 7245 w 553337"/>
                    <a:gd name="connsiteY16" fmla="*/ 135950 h 1285427"/>
                    <a:gd name="connsiteX17" fmla="*/ 49886 w 553337"/>
                    <a:gd name="connsiteY17" fmla="*/ 39873 h 1285427"/>
                    <a:gd name="connsiteX18" fmla="*/ 152396 w 553337"/>
                    <a:gd name="connsiteY18" fmla="*/ 0 h 1285427"/>
                    <a:gd name="connsiteX19" fmla="*/ 254906 w 553337"/>
                    <a:gd name="connsiteY19" fmla="*/ 39873 h 1285427"/>
                    <a:gd name="connsiteX20" fmla="*/ 297576 w 553337"/>
                    <a:gd name="connsiteY20" fmla="*/ 135950 h 1285427"/>
                    <a:gd name="connsiteX21" fmla="*/ 254906 w 553337"/>
                    <a:gd name="connsiteY21" fmla="*/ 230232 h 12854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553337" h="1285427">
                      <a:moveTo>
                        <a:pt x="203223" y="1285399"/>
                      </a:moveTo>
                      <a:cubicBezTo>
                        <a:pt x="125784" y="1285399"/>
                        <a:pt x="72590" y="1250029"/>
                        <a:pt x="43554" y="1179318"/>
                      </a:cubicBezTo>
                      <a:cubicBezTo>
                        <a:pt x="14518" y="1108635"/>
                        <a:pt x="0" y="1002554"/>
                        <a:pt x="0" y="861160"/>
                      </a:cubicBezTo>
                      <a:cubicBezTo>
                        <a:pt x="0" y="772950"/>
                        <a:pt x="6646" y="620013"/>
                        <a:pt x="19966" y="402464"/>
                      </a:cubicBezTo>
                      <a:cubicBezTo>
                        <a:pt x="35682" y="387957"/>
                        <a:pt x="78038" y="380718"/>
                        <a:pt x="146977" y="380718"/>
                      </a:cubicBezTo>
                      <a:cubicBezTo>
                        <a:pt x="215916" y="380718"/>
                        <a:pt x="260069" y="387957"/>
                        <a:pt x="272191" y="402464"/>
                      </a:cubicBezTo>
                      <a:cubicBezTo>
                        <a:pt x="262465" y="549929"/>
                        <a:pt x="257673" y="670175"/>
                        <a:pt x="257673" y="763259"/>
                      </a:cubicBezTo>
                      <a:cubicBezTo>
                        <a:pt x="257673" y="973569"/>
                        <a:pt x="278808" y="1078709"/>
                        <a:pt x="321164" y="1078709"/>
                      </a:cubicBezTo>
                      <a:cubicBezTo>
                        <a:pt x="375585" y="1078709"/>
                        <a:pt x="420337" y="974196"/>
                        <a:pt x="455420" y="765083"/>
                      </a:cubicBezTo>
                      <a:cubicBezTo>
                        <a:pt x="463863" y="760267"/>
                        <a:pt x="473560" y="757844"/>
                        <a:pt x="484427" y="757844"/>
                      </a:cubicBezTo>
                      <a:cubicBezTo>
                        <a:pt x="501370" y="757844"/>
                        <a:pt x="516800" y="763003"/>
                        <a:pt x="530691" y="773263"/>
                      </a:cubicBezTo>
                      <a:cubicBezTo>
                        <a:pt x="544581" y="783552"/>
                        <a:pt x="552168" y="797147"/>
                        <a:pt x="553338" y="814048"/>
                      </a:cubicBezTo>
                      <a:cubicBezTo>
                        <a:pt x="463834" y="1128330"/>
                        <a:pt x="347091" y="1285428"/>
                        <a:pt x="203195" y="1285428"/>
                      </a:cubicBezTo>
                      <a:close/>
                      <a:moveTo>
                        <a:pt x="254906" y="230232"/>
                      </a:moveTo>
                      <a:cubicBezTo>
                        <a:pt x="226469" y="256823"/>
                        <a:pt x="192299" y="270105"/>
                        <a:pt x="152396" y="270105"/>
                      </a:cubicBezTo>
                      <a:cubicBezTo>
                        <a:pt x="112493" y="270105"/>
                        <a:pt x="78294" y="256823"/>
                        <a:pt x="49886" y="230232"/>
                      </a:cubicBezTo>
                      <a:cubicBezTo>
                        <a:pt x="21449" y="203640"/>
                        <a:pt x="7245" y="172204"/>
                        <a:pt x="7245" y="135950"/>
                      </a:cubicBezTo>
                      <a:cubicBezTo>
                        <a:pt x="7245" y="99697"/>
                        <a:pt x="21449" y="66465"/>
                        <a:pt x="49886" y="39873"/>
                      </a:cubicBezTo>
                      <a:cubicBezTo>
                        <a:pt x="78294" y="13282"/>
                        <a:pt x="112493" y="0"/>
                        <a:pt x="152396" y="0"/>
                      </a:cubicBezTo>
                      <a:cubicBezTo>
                        <a:pt x="192299" y="0"/>
                        <a:pt x="226469" y="13310"/>
                        <a:pt x="254906" y="39873"/>
                      </a:cubicBezTo>
                      <a:cubicBezTo>
                        <a:pt x="283315" y="66465"/>
                        <a:pt x="297576" y="98500"/>
                        <a:pt x="297576" y="135950"/>
                      </a:cubicBezTo>
                      <a:cubicBezTo>
                        <a:pt x="297576" y="173401"/>
                        <a:pt x="283315" y="203669"/>
                        <a:pt x="254906" y="23023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" name="Forma Livre 14">
                  <a:extLst>
                    <a:ext uri="{FF2B5EF4-FFF2-40B4-BE49-F238E27FC236}">
                      <a16:creationId xmlns:a16="http://schemas.microsoft.com/office/drawing/2014/main" id="{863422B7-7274-16B4-2958-ACFA33908D26}"/>
                    </a:ext>
                  </a:extLst>
                </p:cNvPr>
                <p:cNvSpPr/>
                <p:nvPr/>
              </p:nvSpPr>
              <p:spPr>
                <a:xfrm>
                  <a:off x="4174649" y="2690627"/>
                  <a:ext cx="676783" cy="1200180"/>
                </a:xfrm>
                <a:custGeom>
                  <a:avLst/>
                  <a:gdLst>
                    <a:gd name="connsiteX0" fmla="*/ 607844 w 676783"/>
                    <a:gd name="connsiteY0" fmla="*/ 672597 h 1200180"/>
                    <a:gd name="connsiteX1" fmla="*/ 654108 w 676783"/>
                    <a:gd name="connsiteY1" fmla="*/ 688016 h 1200180"/>
                    <a:gd name="connsiteX2" fmla="*/ 676783 w 676783"/>
                    <a:gd name="connsiteY2" fmla="*/ 728801 h 1200180"/>
                    <a:gd name="connsiteX3" fmla="*/ 301198 w 676783"/>
                    <a:gd name="connsiteY3" fmla="*/ 1200181 h 1200180"/>
                    <a:gd name="connsiteX4" fmla="*/ 122476 w 676783"/>
                    <a:gd name="connsiteY4" fmla="*/ 1088656 h 1200180"/>
                    <a:gd name="connsiteX5" fmla="*/ 74387 w 676783"/>
                    <a:gd name="connsiteY5" fmla="*/ 752343 h 1200180"/>
                    <a:gd name="connsiteX6" fmla="*/ 90730 w 676783"/>
                    <a:gd name="connsiteY6" fmla="*/ 362562 h 1200180"/>
                    <a:gd name="connsiteX7" fmla="*/ 48973 w 676783"/>
                    <a:gd name="connsiteY7" fmla="*/ 361650 h 1200180"/>
                    <a:gd name="connsiteX8" fmla="*/ 9070 w 676783"/>
                    <a:gd name="connsiteY8" fmla="*/ 360767 h 1200180"/>
                    <a:gd name="connsiteX9" fmla="*/ 0 w 676783"/>
                    <a:gd name="connsiteY9" fmla="*/ 308182 h 1200180"/>
                    <a:gd name="connsiteX10" fmla="*/ 14518 w 676783"/>
                    <a:gd name="connsiteY10" fmla="*/ 251066 h 1200180"/>
                    <a:gd name="connsiteX11" fmla="*/ 54421 w 676783"/>
                    <a:gd name="connsiteY11" fmla="*/ 228408 h 1200180"/>
                    <a:gd name="connsiteX12" fmla="*/ 97975 w 676783"/>
                    <a:gd name="connsiteY12" fmla="*/ 228408 h 1200180"/>
                    <a:gd name="connsiteX13" fmla="*/ 112493 w 676783"/>
                    <a:gd name="connsiteY13" fmla="*/ 21746 h 1200180"/>
                    <a:gd name="connsiteX14" fmla="*/ 237679 w 676783"/>
                    <a:gd name="connsiteY14" fmla="*/ 0 h 1200180"/>
                    <a:gd name="connsiteX15" fmla="*/ 351969 w 676783"/>
                    <a:gd name="connsiteY15" fmla="*/ 21746 h 1200180"/>
                    <a:gd name="connsiteX16" fmla="*/ 341101 w 676783"/>
                    <a:gd name="connsiteY16" fmla="*/ 230260 h 1200180"/>
                    <a:gd name="connsiteX17" fmla="*/ 518911 w 676783"/>
                    <a:gd name="connsiteY17" fmla="*/ 221168 h 1200180"/>
                    <a:gd name="connsiteX18" fmla="*/ 524359 w 676783"/>
                    <a:gd name="connsiteY18" fmla="*/ 261041 h 1200180"/>
                    <a:gd name="connsiteX19" fmla="*/ 379208 w 676783"/>
                    <a:gd name="connsiteY19" fmla="*/ 364386 h 1200180"/>
                    <a:gd name="connsiteX20" fmla="*/ 333857 w 676783"/>
                    <a:gd name="connsiteY20" fmla="*/ 364386 h 1200180"/>
                    <a:gd name="connsiteX21" fmla="*/ 326612 w 676783"/>
                    <a:gd name="connsiteY21" fmla="*/ 658090 h 1200180"/>
                    <a:gd name="connsiteX22" fmla="*/ 346578 w 676783"/>
                    <a:gd name="connsiteY22" fmla="*/ 910097 h 1200180"/>
                    <a:gd name="connsiteX23" fmla="*/ 417314 w 676783"/>
                    <a:gd name="connsiteY23" fmla="*/ 993491 h 1200180"/>
                    <a:gd name="connsiteX24" fmla="*/ 578808 w 676783"/>
                    <a:gd name="connsiteY24" fmla="*/ 679865 h 1200180"/>
                    <a:gd name="connsiteX25" fmla="*/ 607816 w 676783"/>
                    <a:gd name="connsiteY25" fmla="*/ 672626 h 12001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676783" h="1200180">
                      <a:moveTo>
                        <a:pt x="607844" y="672597"/>
                      </a:moveTo>
                      <a:cubicBezTo>
                        <a:pt x="624787" y="672597"/>
                        <a:pt x="640189" y="677756"/>
                        <a:pt x="654108" y="688016"/>
                      </a:cubicBezTo>
                      <a:cubicBezTo>
                        <a:pt x="667999" y="698305"/>
                        <a:pt x="675557" y="711900"/>
                        <a:pt x="676783" y="728801"/>
                      </a:cubicBezTo>
                      <a:cubicBezTo>
                        <a:pt x="587251" y="1043083"/>
                        <a:pt x="462066" y="1200181"/>
                        <a:pt x="301198" y="1200181"/>
                      </a:cubicBezTo>
                      <a:cubicBezTo>
                        <a:pt x="214090" y="1200181"/>
                        <a:pt x="154507" y="1163015"/>
                        <a:pt x="122476" y="1088656"/>
                      </a:cubicBezTo>
                      <a:cubicBezTo>
                        <a:pt x="90417" y="1014325"/>
                        <a:pt x="74387" y="902259"/>
                        <a:pt x="74387" y="752343"/>
                      </a:cubicBezTo>
                      <a:cubicBezTo>
                        <a:pt x="74387" y="671372"/>
                        <a:pt x="79835" y="541435"/>
                        <a:pt x="90730" y="362562"/>
                      </a:cubicBezTo>
                      <a:cubicBezTo>
                        <a:pt x="81033" y="362562"/>
                        <a:pt x="67142" y="362277"/>
                        <a:pt x="48973" y="361650"/>
                      </a:cubicBezTo>
                      <a:cubicBezTo>
                        <a:pt x="30833" y="361052"/>
                        <a:pt x="17541" y="360767"/>
                        <a:pt x="9070" y="360767"/>
                      </a:cubicBezTo>
                      <a:cubicBezTo>
                        <a:pt x="3023" y="340218"/>
                        <a:pt x="0" y="322689"/>
                        <a:pt x="0" y="308182"/>
                      </a:cubicBezTo>
                      <a:cubicBezTo>
                        <a:pt x="0" y="285239"/>
                        <a:pt x="4849" y="266172"/>
                        <a:pt x="14518" y="251066"/>
                      </a:cubicBezTo>
                      <a:cubicBezTo>
                        <a:pt x="24216" y="235989"/>
                        <a:pt x="37507" y="228408"/>
                        <a:pt x="54421" y="228408"/>
                      </a:cubicBezTo>
                      <a:lnTo>
                        <a:pt x="97975" y="228408"/>
                      </a:lnTo>
                      <a:cubicBezTo>
                        <a:pt x="106418" y="109986"/>
                        <a:pt x="111267" y="41099"/>
                        <a:pt x="112493" y="21746"/>
                      </a:cubicBezTo>
                      <a:cubicBezTo>
                        <a:pt x="128209" y="7239"/>
                        <a:pt x="169938" y="0"/>
                        <a:pt x="237679" y="0"/>
                      </a:cubicBezTo>
                      <a:cubicBezTo>
                        <a:pt x="301769" y="0"/>
                        <a:pt x="339875" y="7239"/>
                        <a:pt x="351969" y="21746"/>
                      </a:cubicBezTo>
                      <a:lnTo>
                        <a:pt x="341101" y="230260"/>
                      </a:lnTo>
                      <a:cubicBezTo>
                        <a:pt x="424558" y="227838"/>
                        <a:pt x="483800" y="224817"/>
                        <a:pt x="518911" y="221168"/>
                      </a:cubicBezTo>
                      <a:cubicBezTo>
                        <a:pt x="522534" y="234478"/>
                        <a:pt x="524359" y="247760"/>
                        <a:pt x="524359" y="261041"/>
                      </a:cubicBezTo>
                      <a:cubicBezTo>
                        <a:pt x="524359" y="329957"/>
                        <a:pt x="475956" y="364386"/>
                        <a:pt x="379208" y="364386"/>
                      </a:cubicBezTo>
                      <a:lnTo>
                        <a:pt x="333857" y="364386"/>
                      </a:lnTo>
                      <a:cubicBezTo>
                        <a:pt x="329008" y="502189"/>
                        <a:pt x="326612" y="600090"/>
                        <a:pt x="326612" y="658090"/>
                      </a:cubicBezTo>
                      <a:cubicBezTo>
                        <a:pt x="326612" y="770498"/>
                        <a:pt x="333229" y="854520"/>
                        <a:pt x="346578" y="910097"/>
                      </a:cubicBezTo>
                      <a:cubicBezTo>
                        <a:pt x="359869" y="965702"/>
                        <a:pt x="383429" y="993491"/>
                        <a:pt x="417314" y="993491"/>
                      </a:cubicBezTo>
                      <a:cubicBezTo>
                        <a:pt x="489875" y="993491"/>
                        <a:pt x="543697" y="888977"/>
                        <a:pt x="578808" y="679865"/>
                      </a:cubicBezTo>
                      <a:cubicBezTo>
                        <a:pt x="587251" y="675048"/>
                        <a:pt x="596949" y="672626"/>
                        <a:pt x="607816" y="67262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6" name="Forma Livre 15">
                  <a:extLst>
                    <a:ext uri="{FF2B5EF4-FFF2-40B4-BE49-F238E27FC236}">
                      <a16:creationId xmlns:a16="http://schemas.microsoft.com/office/drawing/2014/main" id="{1D527502-D837-B305-72A9-D8AE4D16C85F}"/>
                    </a:ext>
                  </a:extLst>
                </p:cNvPr>
                <p:cNvSpPr/>
                <p:nvPr/>
              </p:nvSpPr>
              <p:spPr>
                <a:xfrm>
                  <a:off x="4715380" y="2875542"/>
                  <a:ext cx="816487" cy="1015265"/>
                </a:xfrm>
                <a:custGeom>
                  <a:avLst/>
                  <a:gdLst>
                    <a:gd name="connsiteX0" fmla="*/ 816487 w 816487"/>
                    <a:gd name="connsiteY0" fmla="*/ 436893 h 1015265"/>
                    <a:gd name="connsiteX1" fmla="*/ 769311 w 816487"/>
                    <a:gd name="connsiteY1" fmla="*/ 535706 h 1015265"/>
                    <a:gd name="connsiteX2" fmla="*/ 635027 w 816487"/>
                    <a:gd name="connsiteY2" fmla="*/ 598266 h 1015265"/>
                    <a:gd name="connsiteX3" fmla="*/ 516201 w 816487"/>
                    <a:gd name="connsiteY3" fmla="*/ 896502 h 1015265"/>
                    <a:gd name="connsiteX4" fmla="*/ 302995 w 816487"/>
                    <a:gd name="connsiteY4" fmla="*/ 1015266 h 1015265"/>
                    <a:gd name="connsiteX5" fmla="*/ 77096 w 816487"/>
                    <a:gd name="connsiteY5" fmla="*/ 880199 h 1015265"/>
                    <a:gd name="connsiteX6" fmla="*/ 0 w 816487"/>
                    <a:gd name="connsiteY6" fmla="*/ 547506 h 1015265"/>
                    <a:gd name="connsiteX7" fmla="*/ 68939 w 816487"/>
                    <a:gd name="connsiteY7" fmla="*/ 219344 h 1015265"/>
                    <a:gd name="connsiteX8" fmla="*/ 252196 w 816487"/>
                    <a:gd name="connsiteY8" fmla="*/ 77950 h 1015265"/>
                    <a:gd name="connsiteX9" fmla="*/ 261295 w 816487"/>
                    <a:gd name="connsiteY9" fmla="*/ 77950 h 1015265"/>
                    <a:gd name="connsiteX10" fmla="*/ 408244 w 816487"/>
                    <a:gd name="connsiteY10" fmla="*/ 0 h 1015265"/>
                    <a:gd name="connsiteX11" fmla="*/ 586938 w 816487"/>
                    <a:gd name="connsiteY11" fmla="*/ 122384 h 1015265"/>
                    <a:gd name="connsiteX12" fmla="*/ 649544 w 816487"/>
                    <a:gd name="connsiteY12" fmla="*/ 424239 h 1015265"/>
                    <a:gd name="connsiteX13" fmla="*/ 647719 w 816487"/>
                    <a:gd name="connsiteY13" fmla="*/ 480443 h 1015265"/>
                    <a:gd name="connsiteX14" fmla="*/ 747519 w 816487"/>
                    <a:gd name="connsiteY14" fmla="*/ 375274 h 1015265"/>
                    <a:gd name="connsiteX15" fmla="*/ 760212 w 816487"/>
                    <a:gd name="connsiteY15" fmla="*/ 373478 h 1015265"/>
                    <a:gd name="connsiteX16" fmla="*/ 801969 w 816487"/>
                    <a:gd name="connsiteY16" fmla="*/ 391605 h 1015265"/>
                    <a:gd name="connsiteX17" fmla="*/ 816487 w 816487"/>
                    <a:gd name="connsiteY17" fmla="*/ 436922 h 1015265"/>
                    <a:gd name="connsiteX18" fmla="*/ 402796 w 816487"/>
                    <a:gd name="connsiteY18" fmla="*/ 815844 h 1015265"/>
                    <a:gd name="connsiteX19" fmla="*/ 524359 w 816487"/>
                    <a:gd name="connsiteY19" fmla="*/ 598295 h 1015265"/>
                    <a:gd name="connsiteX20" fmla="*/ 264918 w 816487"/>
                    <a:gd name="connsiteY20" fmla="*/ 402492 h 1015265"/>
                    <a:gd name="connsiteX21" fmla="*/ 261295 w 816487"/>
                    <a:gd name="connsiteY21" fmla="*/ 480443 h 1015265"/>
                    <a:gd name="connsiteX22" fmla="*/ 297576 w 816487"/>
                    <a:gd name="connsiteY22" fmla="*/ 716147 h 1015265"/>
                    <a:gd name="connsiteX23" fmla="*/ 402824 w 816487"/>
                    <a:gd name="connsiteY23" fmla="*/ 815872 h 1015265"/>
                    <a:gd name="connsiteX24" fmla="*/ 495351 w 816487"/>
                    <a:gd name="connsiteY24" fmla="*/ 253774 h 1015265"/>
                    <a:gd name="connsiteX25" fmla="*/ 417342 w 816487"/>
                    <a:gd name="connsiteY25" fmla="*/ 161316 h 1015265"/>
                    <a:gd name="connsiteX26" fmla="*/ 370166 w 816487"/>
                    <a:gd name="connsiteY26" fmla="*/ 230232 h 1015265"/>
                    <a:gd name="connsiteX27" fmla="*/ 414604 w 816487"/>
                    <a:gd name="connsiteY27" fmla="*/ 373478 h 1015265"/>
                    <a:gd name="connsiteX28" fmla="*/ 529807 w 816487"/>
                    <a:gd name="connsiteY28" fmla="*/ 476795 h 1015265"/>
                    <a:gd name="connsiteX29" fmla="*/ 495351 w 816487"/>
                    <a:gd name="connsiteY29" fmla="*/ 253802 h 10152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816487" h="1015265">
                      <a:moveTo>
                        <a:pt x="816487" y="436893"/>
                      </a:moveTo>
                      <a:cubicBezTo>
                        <a:pt x="816487" y="470752"/>
                        <a:pt x="800743" y="503700"/>
                        <a:pt x="769311" y="535706"/>
                      </a:cubicBezTo>
                      <a:cubicBezTo>
                        <a:pt x="737822" y="567742"/>
                        <a:pt x="693098" y="588576"/>
                        <a:pt x="635027" y="598266"/>
                      </a:cubicBezTo>
                      <a:cubicBezTo>
                        <a:pt x="613264" y="717885"/>
                        <a:pt x="573617" y="817354"/>
                        <a:pt x="516201" y="896502"/>
                      </a:cubicBezTo>
                      <a:cubicBezTo>
                        <a:pt x="458728" y="975649"/>
                        <a:pt x="387650" y="1015266"/>
                        <a:pt x="302995" y="1015266"/>
                      </a:cubicBezTo>
                      <a:cubicBezTo>
                        <a:pt x="203794" y="1015266"/>
                        <a:pt x="128494" y="970234"/>
                        <a:pt x="77096" y="880199"/>
                      </a:cubicBezTo>
                      <a:cubicBezTo>
                        <a:pt x="25699" y="790164"/>
                        <a:pt x="0" y="679266"/>
                        <a:pt x="0" y="547506"/>
                      </a:cubicBezTo>
                      <a:cubicBezTo>
                        <a:pt x="0" y="423042"/>
                        <a:pt x="22989" y="313626"/>
                        <a:pt x="68939" y="219344"/>
                      </a:cubicBezTo>
                      <a:cubicBezTo>
                        <a:pt x="114917" y="125063"/>
                        <a:pt x="176013" y="77950"/>
                        <a:pt x="252196" y="77950"/>
                      </a:cubicBezTo>
                      <a:lnTo>
                        <a:pt x="261295" y="77950"/>
                      </a:lnTo>
                      <a:cubicBezTo>
                        <a:pt x="292727" y="25993"/>
                        <a:pt x="341700" y="0"/>
                        <a:pt x="408244" y="0"/>
                      </a:cubicBezTo>
                      <a:cubicBezTo>
                        <a:pt x="485625" y="0"/>
                        <a:pt x="545209" y="40785"/>
                        <a:pt x="586938" y="122384"/>
                      </a:cubicBezTo>
                      <a:cubicBezTo>
                        <a:pt x="628694" y="203954"/>
                        <a:pt x="649544" y="304591"/>
                        <a:pt x="649544" y="424239"/>
                      </a:cubicBezTo>
                      <a:cubicBezTo>
                        <a:pt x="649544" y="448436"/>
                        <a:pt x="648917" y="467161"/>
                        <a:pt x="647719" y="480443"/>
                      </a:cubicBezTo>
                      <a:cubicBezTo>
                        <a:pt x="698518" y="461119"/>
                        <a:pt x="731775" y="426063"/>
                        <a:pt x="747519" y="375274"/>
                      </a:cubicBezTo>
                      <a:cubicBezTo>
                        <a:pt x="749944" y="374077"/>
                        <a:pt x="754165" y="373478"/>
                        <a:pt x="760212" y="373478"/>
                      </a:cubicBezTo>
                      <a:cubicBezTo>
                        <a:pt x="778352" y="373478"/>
                        <a:pt x="792271" y="379520"/>
                        <a:pt x="801969" y="391605"/>
                      </a:cubicBezTo>
                      <a:cubicBezTo>
                        <a:pt x="811610" y="403718"/>
                        <a:pt x="816487" y="418795"/>
                        <a:pt x="816487" y="436922"/>
                      </a:cubicBezTo>
                      <a:close/>
                      <a:moveTo>
                        <a:pt x="402796" y="815844"/>
                      </a:moveTo>
                      <a:cubicBezTo>
                        <a:pt x="468112" y="815844"/>
                        <a:pt x="508614" y="743337"/>
                        <a:pt x="524359" y="598295"/>
                      </a:cubicBezTo>
                      <a:cubicBezTo>
                        <a:pt x="405819" y="581365"/>
                        <a:pt x="319339" y="516098"/>
                        <a:pt x="264918" y="402492"/>
                      </a:cubicBezTo>
                      <a:cubicBezTo>
                        <a:pt x="262465" y="436352"/>
                        <a:pt x="261295" y="462316"/>
                        <a:pt x="261295" y="480443"/>
                      </a:cubicBezTo>
                      <a:cubicBezTo>
                        <a:pt x="261295" y="571105"/>
                        <a:pt x="273360" y="649682"/>
                        <a:pt x="297576" y="716147"/>
                      </a:cubicBezTo>
                      <a:cubicBezTo>
                        <a:pt x="321763" y="782611"/>
                        <a:pt x="356846" y="815872"/>
                        <a:pt x="402824" y="815872"/>
                      </a:cubicBezTo>
                      <a:close/>
                      <a:moveTo>
                        <a:pt x="495351" y="253774"/>
                      </a:moveTo>
                      <a:cubicBezTo>
                        <a:pt x="474758" y="192126"/>
                        <a:pt x="448774" y="161316"/>
                        <a:pt x="417342" y="161316"/>
                      </a:cubicBezTo>
                      <a:cubicBezTo>
                        <a:pt x="385910" y="161316"/>
                        <a:pt x="370166" y="184317"/>
                        <a:pt x="370166" y="230232"/>
                      </a:cubicBezTo>
                      <a:cubicBezTo>
                        <a:pt x="370166" y="276147"/>
                        <a:pt x="384969" y="322689"/>
                        <a:pt x="414604" y="373478"/>
                      </a:cubicBezTo>
                      <a:cubicBezTo>
                        <a:pt x="444239" y="424239"/>
                        <a:pt x="482659" y="458697"/>
                        <a:pt x="529807" y="476795"/>
                      </a:cubicBezTo>
                      <a:cubicBezTo>
                        <a:pt x="527354" y="389781"/>
                        <a:pt x="515888" y="315450"/>
                        <a:pt x="495351" y="25380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sp>
            <p:nvSpPr>
              <p:cNvPr id="19" name="Forma Livre 18">
                <a:extLst>
                  <a:ext uri="{FF2B5EF4-FFF2-40B4-BE49-F238E27FC236}">
                    <a16:creationId xmlns:a16="http://schemas.microsoft.com/office/drawing/2014/main" id="{04F4A218-E960-B41C-0898-AC5F2F384389}"/>
                  </a:ext>
                </a:extLst>
              </p:cNvPr>
              <p:cNvSpPr/>
              <p:nvPr/>
            </p:nvSpPr>
            <p:spPr>
              <a:xfrm>
                <a:off x="2035628" y="2331599"/>
                <a:ext cx="994268" cy="2126665"/>
              </a:xfrm>
              <a:custGeom>
                <a:avLst/>
                <a:gdLst>
                  <a:gd name="connsiteX0" fmla="*/ 994268 w 994268"/>
                  <a:gd name="connsiteY0" fmla="*/ 63472 h 2126665"/>
                  <a:gd name="connsiteX1" fmla="*/ 876356 w 994268"/>
                  <a:gd name="connsiteY1" fmla="*/ 219401 h 2126665"/>
                  <a:gd name="connsiteX2" fmla="*/ 852768 w 994268"/>
                  <a:gd name="connsiteY2" fmla="*/ 509485 h 2126665"/>
                  <a:gd name="connsiteX3" fmla="*/ 864548 w 994268"/>
                  <a:gd name="connsiteY3" fmla="*/ 943699 h 2126665"/>
                  <a:gd name="connsiteX4" fmla="*/ 876356 w 994268"/>
                  <a:gd name="connsiteY4" fmla="*/ 1397836 h 2126665"/>
                  <a:gd name="connsiteX5" fmla="*/ 858216 w 994268"/>
                  <a:gd name="connsiteY5" fmla="*/ 1682505 h 2126665"/>
                  <a:gd name="connsiteX6" fmla="*/ 794696 w 994268"/>
                  <a:gd name="connsiteY6" fmla="*/ 1910029 h 2126665"/>
                  <a:gd name="connsiteX7" fmla="*/ 661353 w 994268"/>
                  <a:gd name="connsiteY7" fmla="*/ 2071374 h 2126665"/>
                  <a:gd name="connsiteX8" fmla="*/ 444524 w 994268"/>
                  <a:gd name="connsiteY8" fmla="*/ 2126666 h 2126665"/>
                  <a:gd name="connsiteX9" fmla="*/ 116115 w 994268"/>
                  <a:gd name="connsiteY9" fmla="*/ 2006106 h 2126665"/>
                  <a:gd name="connsiteX10" fmla="*/ 0 w 994268"/>
                  <a:gd name="connsiteY10" fmla="*/ 1700603 h 2126665"/>
                  <a:gd name="connsiteX11" fmla="*/ 174159 w 994268"/>
                  <a:gd name="connsiteY11" fmla="*/ 1224692 h 2126665"/>
                  <a:gd name="connsiteX12" fmla="*/ 586025 w 994268"/>
                  <a:gd name="connsiteY12" fmla="*/ 911949 h 2126665"/>
                  <a:gd name="connsiteX13" fmla="*/ 656761 w 994268"/>
                  <a:gd name="connsiteY13" fmla="*/ 308211 h 2126665"/>
                  <a:gd name="connsiteX14" fmla="*/ 396407 w 994268"/>
                  <a:gd name="connsiteY14" fmla="*/ 465936 h 2126665"/>
                  <a:gd name="connsiteX15" fmla="*/ 302967 w 994268"/>
                  <a:gd name="connsiteY15" fmla="*/ 703435 h 2126665"/>
                  <a:gd name="connsiteX16" fmla="*/ 332003 w 994268"/>
                  <a:gd name="connsiteY16" fmla="*/ 861160 h 2126665"/>
                  <a:gd name="connsiteX17" fmla="*/ 219510 w 994268"/>
                  <a:gd name="connsiteY17" fmla="*/ 908301 h 2126665"/>
                  <a:gd name="connsiteX18" fmla="*/ 90702 w 994268"/>
                  <a:gd name="connsiteY18" fmla="*/ 850273 h 2126665"/>
                  <a:gd name="connsiteX19" fmla="*/ 38049 w 994268"/>
                  <a:gd name="connsiteY19" fmla="*/ 688928 h 2126665"/>
                  <a:gd name="connsiteX20" fmla="*/ 216772 w 994268"/>
                  <a:gd name="connsiteY20" fmla="*/ 395225 h 2126665"/>
                  <a:gd name="connsiteX21" fmla="*/ 716658 w 994268"/>
                  <a:gd name="connsiteY21" fmla="*/ 141422 h 2126665"/>
                  <a:gd name="connsiteX22" fmla="*/ 912608 w 994268"/>
                  <a:gd name="connsiteY22" fmla="*/ 0 h 2126665"/>
                  <a:gd name="connsiteX23" fmla="*/ 994240 w 994268"/>
                  <a:gd name="connsiteY23" fmla="*/ 63472 h 2126665"/>
                  <a:gd name="connsiteX24" fmla="*/ 375585 w 994268"/>
                  <a:gd name="connsiteY24" fmla="*/ 1983448 h 2126665"/>
                  <a:gd name="connsiteX25" fmla="*/ 457217 w 994268"/>
                  <a:gd name="connsiteY25" fmla="*/ 1938131 h 2126665"/>
                  <a:gd name="connsiteX26" fmla="*/ 511638 w 994268"/>
                  <a:gd name="connsiteY26" fmla="*/ 1811216 h 2126665"/>
                  <a:gd name="connsiteX27" fmla="*/ 544296 w 994268"/>
                  <a:gd name="connsiteY27" fmla="*/ 1622681 h 2126665"/>
                  <a:gd name="connsiteX28" fmla="*/ 564262 w 994268"/>
                  <a:gd name="connsiteY28" fmla="*/ 1388801 h 2126665"/>
                  <a:gd name="connsiteX29" fmla="*/ 576955 w 994268"/>
                  <a:gd name="connsiteY29" fmla="*/ 1127731 h 2126665"/>
                  <a:gd name="connsiteX30" fmla="*/ 578751 w 994268"/>
                  <a:gd name="connsiteY30" fmla="*/ 1067879 h 2126665"/>
                  <a:gd name="connsiteX31" fmla="*/ 312950 w 994268"/>
                  <a:gd name="connsiteY31" fmla="*/ 1321709 h 2126665"/>
                  <a:gd name="connsiteX32" fmla="*/ 217684 w 994268"/>
                  <a:gd name="connsiteY32" fmla="*/ 1686124 h 2126665"/>
                  <a:gd name="connsiteX33" fmla="*/ 257587 w 994268"/>
                  <a:gd name="connsiteY33" fmla="*/ 1901877 h 2126665"/>
                  <a:gd name="connsiteX34" fmla="*/ 375557 w 994268"/>
                  <a:gd name="connsiteY34" fmla="*/ 1983448 h 212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994268" h="2126665">
                    <a:moveTo>
                      <a:pt x="994268" y="63472"/>
                    </a:moveTo>
                    <a:cubicBezTo>
                      <a:pt x="994268" y="117852"/>
                      <a:pt x="954964" y="169838"/>
                      <a:pt x="876356" y="219401"/>
                    </a:cubicBezTo>
                    <a:cubicBezTo>
                      <a:pt x="860612" y="287091"/>
                      <a:pt x="852768" y="383767"/>
                      <a:pt x="852768" y="509485"/>
                    </a:cubicBezTo>
                    <a:cubicBezTo>
                      <a:pt x="852768" y="595302"/>
                      <a:pt x="856675" y="740031"/>
                      <a:pt x="864548" y="943699"/>
                    </a:cubicBezTo>
                    <a:cubicBezTo>
                      <a:pt x="872391" y="1147397"/>
                      <a:pt x="876356" y="1298766"/>
                      <a:pt x="876356" y="1397836"/>
                    </a:cubicBezTo>
                    <a:cubicBezTo>
                      <a:pt x="876356" y="1506624"/>
                      <a:pt x="870281" y="1601505"/>
                      <a:pt x="858216" y="1682505"/>
                    </a:cubicBezTo>
                    <a:cubicBezTo>
                      <a:pt x="846094" y="1763448"/>
                      <a:pt x="824930" y="1839318"/>
                      <a:pt x="794696" y="1910029"/>
                    </a:cubicBezTo>
                    <a:cubicBezTo>
                      <a:pt x="764462" y="1980712"/>
                      <a:pt x="719995" y="2034493"/>
                      <a:pt x="661353" y="2071374"/>
                    </a:cubicBezTo>
                    <a:cubicBezTo>
                      <a:pt x="602653" y="2108225"/>
                      <a:pt x="530406" y="2126666"/>
                      <a:pt x="444524" y="2126666"/>
                    </a:cubicBezTo>
                    <a:cubicBezTo>
                      <a:pt x="302995" y="2126666"/>
                      <a:pt x="193526" y="2086479"/>
                      <a:pt x="116115" y="2006106"/>
                    </a:cubicBezTo>
                    <a:cubicBezTo>
                      <a:pt x="38705" y="1925733"/>
                      <a:pt x="0" y="1823899"/>
                      <a:pt x="0" y="1700603"/>
                    </a:cubicBezTo>
                    <a:cubicBezTo>
                      <a:pt x="0" y="1536237"/>
                      <a:pt x="58043" y="1377600"/>
                      <a:pt x="174159" y="1224692"/>
                    </a:cubicBezTo>
                    <a:cubicBezTo>
                      <a:pt x="290274" y="1071783"/>
                      <a:pt x="427553" y="967555"/>
                      <a:pt x="586025" y="911949"/>
                    </a:cubicBezTo>
                    <a:cubicBezTo>
                      <a:pt x="599316" y="646063"/>
                      <a:pt x="622876" y="444816"/>
                      <a:pt x="656761" y="308211"/>
                    </a:cubicBezTo>
                    <a:cubicBezTo>
                      <a:pt x="545466" y="345690"/>
                      <a:pt x="458700" y="398246"/>
                      <a:pt x="396407" y="465936"/>
                    </a:cubicBezTo>
                    <a:cubicBezTo>
                      <a:pt x="334085" y="533654"/>
                      <a:pt x="302967" y="612773"/>
                      <a:pt x="302967" y="703435"/>
                    </a:cubicBezTo>
                    <a:cubicBezTo>
                      <a:pt x="302967" y="750576"/>
                      <a:pt x="312636" y="803161"/>
                      <a:pt x="332003" y="861160"/>
                    </a:cubicBezTo>
                    <a:cubicBezTo>
                      <a:pt x="310240" y="892597"/>
                      <a:pt x="272733" y="908301"/>
                      <a:pt x="219510" y="908301"/>
                    </a:cubicBezTo>
                    <a:cubicBezTo>
                      <a:pt x="166287" y="908301"/>
                      <a:pt x="125756" y="888977"/>
                      <a:pt x="90702" y="850273"/>
                    </a:cubicBezTo>
                    <a:cubicBezTo>
                      <a:pt x="55590" y="811597"/>
                      <a:pt x="38049" y="757815"/>
                      <a:pt x="38049" y="688928"/>
                    </a:cubicBezTo>
                    <a:cubicBezTo>
                      <a:pt x="38049" y="581365"/>
                      <a:pt x="97604" y="483464"/>
                      <a:pt x="216772" y="395225"/>
                    </a:cubicBezTo>
                    <a:cubicBezTo>
                      <a:pt x="335882" y="307014"/>
                      <a:pt x="502539" y="222394"/>
                      <a:pt x="716658" y="141422"/>
                    </a:cubicBezTo>
                    <a:cubicBezTo>
                      <a:pt x="766230" y="47141"/>
                      <a:pt x="831547" y="0"/>
                      <a:pt x="912608" y="0"/>
                    </a:cubicBezTo>
                    <a:cubicBezTo>
                      <a:pt x="967058" y="0"/>
                      <a:pt x="994240" y="21148"/>
                      <a:pt x="994240" y="63472"/>
                    </a:cubicBezTo>
                    <a:close/>
                    <a:moveTo>
                      <a:pt x="375585" y="1983448"/>
                    </a:moveTo>
                    <a:cubicBezTo>
                      <a:pt x="407017" y="1983448"/>
                      <a:pt x="434228" y="1968342"/>
                      <a:pt x="457217" y="1938131"/>
                    </a:cubicBezTo>
                    <a:cubicBezTo>
                      <a:pt x="480177" y="1907920"/>
                      <a:pt x="498318" y="1865624"/>
                      <a:pt x="511638" y="1811216"/>
                    </a:cubicBezTo>
                    <a:cubicBezTo>
                      <a:pt x="524958" y="1756836"/>
                      <a:pt x="535825" y="1693991"/>
                      <a:pt x="544296" y="1622681"/>
                    </a:cubicBezTo>
                    <a:cubicBezTo>
                      <a:pt x="552739" y="1551343"/>
                      <a:pt x="559413" y="1473421"/>
                      <a:pt x="564262" y="1388801"/>
                    </a:cubicBezTo>
                    <a:cubicBezTo>
                      <a:pt x="569111" y="1304210"/>
                      <a:pt x="573332" y="1217196"/>
                      <a:pt x="576955" y="1127731"/>
                    </a:cubicBezTo>
                    <a:cubicBezTo>
                      <a:pt x="578152" y="1101140"/>
                      <a:pt x="578751" y="1081217"/>
                      <a:pt x="578751" y="1067879"/>
                    </a:cubicBezTo>
                    <a:cubicBezTo>
                      <a:pt x="465061" y="1118639"/>
                      <a:pt x="376441" y="1203287"/>
                      <a:pt x="312950" y="1321709"/>
                    </a:cubicBezTo>
                    <a:cubicBezTo>
                      <a:pt x="249458" y="1440160"/>
                      <a:pt x="217684" y="1561603"/>
                      <a:pt x="217684" y="1686124"/>
                    </a:cubicBezTo>
                    <a:cubicBezTo>
                      <a:pt x="217684" y="1775561"/>
                      <a:pt x="231004" y="1847498"/>
                      <a:pt x="257587" y="1901877"/>
                    </a:cubicBezTo>
                    <a:cubicBezTo>
                      <a:pt x="284199" y="1956258"/>
                      <a:pt x="323503" y="1983448"/>
                      <a:pt x="375557" y="198344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21" name="Gráfico 2">
              <a:extLst>
                <a:ext uri="{FF2B5EF4-FFF2-40B4-BE49-F238E27FC236}">
                  <a16:creationId xmlns:a16="http://schemas.microsoft.com/office/drawing/2014/main" id="{BFDE522F-3214-EA2D-6759-EA795E39A6CA}"/>
                </a:ext>
              </a:extLst>
            </p:cNvPr>
            <p:cNvGrpSpPr/>
            <p:nvPr/>
          </p:nvGrpSpPr>
          <p:grpSpPr>
            <a:xfrm>
              <a:off x="4851461" y="1911692"/>
              <a:ext cx="2139306" cy="477507"/>
              <a:chOff x="4851461" y="1911692"/>
              <a:chExt cx="2139306" cy="477507"/>
            </a:xfrm>
            <a:solidFill>
              <a:srgbClr val="FFFFFF"/>
            </a:solidFill>
          </p:grpSpPr>
          <p:sp>
            <p:nvSpPr>
              <p:cNvPr id="22" name="Forma Livre 21">
                <a:extLst>
                  <a:ext uri="{FF2B5EF4-FFF2-40B4-BE49-F238E27FC236}">
                    <a16:creationId xmlns:a16="http://schemas.microsoft.com/office/drawing/2014/main" id="{5AB82B8E-1D8A-060D-B89B-43DE5C52C5A6}"/>
                  </a:ext>
                </a:extLst>
              </p:cNvPr>
              <p:cNvSpPr/>
              <p:nvPr/>
            </p:nvSpPr>
            <p:spPr>
              <a:xfrm>
                <a:off x="4851461" y="1916965"/>
                <a:ext cx="379036" cy="467075"/>
              </a:xfrm>
              <a:custGeom>
                <a:avLst/>
                <a:gdLst>
                  <a:gd name="connsiteX0" fmla="*/ 45180 w 379036"/>
                  <a:gd name="connsiteY0" fmla="*/ 2138 h 467075"/>
                  <a:gd name="connsiteX1" fmla="*/ 54478 w 379036"/>
                  <a:gd name="connsiteY1" fmla="*/ 10773 h 467075"/>
                  <a:gd name="connsiteX2" fmla="*/ 325214 w 379036"/>
                  <a:gd name="connsiteY2" fmla="*/ 362762 h 467075"/>
                  <a:gd name="connsiteX3" fmla="*/ 323902 w 379036"/>
                  <a:gd name="connsiteY3" fmla="*/ 346317 h 467075"/>
                  <a:gd name="connsiteX4" fmla="*/ 323560 w 379036"/>
                  <a:gd name="connsiteY4" fmla="*/ 330841 h 467075"/>
                  <a:gd name="connsiteX5" fmla="*/ 323560 w 379036"/>
                  <a:gd name="connsiteY5" fmla="*/ 0 h 467075"/>
                  <a:gd name="connsiteX6" fmla="*/ 379036 w 379036"/>
                  <a:gd name="connsiteY6" fmla="*/ 0 h 467075"/>
                  <a:gd name="connsiteX7" fmla="*/ 379036 w 379036"/>
                  <a:gd name="connsiteY7" fmla="*/ 467076 h 467075"/>
                  <a:gd name="connsiteX8" fmla="*/ 347063 w 379036"/>
                  <a:gd name="connsiteY8" fmla="*/ 467076 h 467075"/>
                  <a:gd name="connsiteX9" fmla="*/ 334513 w 379036"/>
                  <a:gd name="connsiteY9" fmla="*/ 464454 h 467075"/>
                  <a:gd name="connsiteX10" fmla="*/ 324558 w 379036"/>
                  <a:gd name="connsiteY10" fmla="*/ 455647 h 467075"/>
                  <a:gd name="connsiteX11" fmla="*/ 54164 w 379036"/>
                  <a:gd name="connsiteY11" fmla="*/ 103972 h 467075"/>
                  <a:gd name="connsiteX12" fmla="*/ 55106 w 379036"/>
                  <a:gd name="connsiteY12" fmla="*/ 119933 h 467075"/>
                  <a:gd name="connsiteX13" fmla="*/ 55448 w 379036"/>
                  <a:gd name="connsiteY13" fmla="*/ 134269 h 467075"/>
                  <a:gd name="connsiteX14" fmla="*/ 55448 w 379036"/>
                  <a:gd name="connsiteY14" fmla="*/ 467047 h 467075"/>
                  <a:gd name="connsiteX15" fmla="*/ 0 w 379036"/>
                  <a:gd name="connsiteY15" fmla="*/ 467047 h 467075"/>
                  <a:gd name="connsiteX16" fmla="*/ 0 w 379036"/>
                  <a:gd name="connsiteY16" fmla="*/ 0 h 467075"/>
                  <a:gd name="connsiteX17" fmla="*/ 32601 w 379036"/>
                  <a:gd name="connsiteY17" fmla="*/ 0 h 467075"/>
                  <a:gd name="connsiteX18" fmla="*/ 45180 w 379036"/>
                  <a:gd name="connsiteY18" fmla="*/ 2138 h 467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379036" h="467075">
                    <a:moveTo>
                      <a:pt x="45180" y="2138"/>
                    </a:moveTo>
                    <a:cubicBezTo>
                      <a:pt x="47890" y="3563"/>
                      <a:pt x="50998" y="6413"/>
                      <a:pt x="54478" y="10773"/>
                    </a:cubicBezTo>
                    <a:lnTo>
                      <a:pt x="325214" y="362762"/>
                    </a:lnTo>
                    <a:cubicBezTo>
                      <a:pt x="324587" y="357119"/>
                      <a:pt x="324131" y="351646"/>
                      <a:pt x="323902" y="346317"/>
                    </a:cubicBezTo>
                    <a:cubicBezTo>
                      <a:pt x="323674" y="340987"/>
                      <a:pt x="323560" y="335857"/>
                      <a:pt x="323560" y="330841"/>
                    </a:cubicBezTo>
                    <a:lnTo>
                      <a:pt x="323560" y="0"/>
                    </a:lnTo>
                    <a:lnTo>
                      <a:pt x="379036" y="0"/>
                    </a:lnTo>
                    <a:lnTo>
                      <a:pt x="379036" y="467076"/>
                    </a:lnTo>
                    <a:lnTo>
                      <a:pt x="347063" y="467076"/>
                    </a:lnTo>
                    <a:cubicBezTo>
                      <a:pt x="342071" y="467076"/>
                      <a:pt x="337850" y="466221"/>
                      <a:pt x="334513" y="464454"/>
                    </a:cubicBezTo>
                    <a:cubicBezTo>
                      <a:pt x="331118" y="462715"/>
                      <a:pt x="327810" y="459780"/>
                      <a:pt x="324558" y="455647"/>
                    </a:cubicBezTo>
                    <a:lnTo>
                      <a:pt x="54164" y="103972"/>
                    </a:lnTo>
                    <a:cubicBezTo>
                      <a:pt x="54592" y="109416"/>
                      <a:pt x="54906" y="114717"/>
                      <a:pt x="55106" y="119933"/>
                    </a:cubicBezTo>
                    <a:cubicBezTo>
                      <a:pt x="55334" y="125148"/>
                      <a:pt x="55448" y="129936"/>
                      <a:pt x="55448" y="134269"/>
                    </a:cubicBezTo>
                    <a:lnTo>
                      <a:pt x="55448" y="467047"/>
                    </a:lnTo>
                    <a:lnTo>
                      <a:pt x="0" y="467047"/>
                    </a:lnTo>
                    <a:lnTo>
                      <a:pt x="0" y="0"/>
                    </a:lnTo>
                    <a:lnTo>
                      <a:pt x="32601" y="0"/>
                    </a:lnTo>
                    <a:cubicBezTo>
                      <a:pt x="38249" y="0"/>
                      <a:pt x="42442" y="713"/>
                      <a:pt x="45180" y="21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 22">
                <a:extLst>
                  <a:ext uri="{FF2B5EF4-FFF2-40B4-BE49-F238E27FC236}">
                    <a16:creationId xmlns:a16="http://schemas.microsoft.com/office/drawing/2014/main" id="{46809A11-3B7C-7AFB-9687-25A5B6E15442}"/>
                  </a:ext>
                </a:extLst>
              </p:cNvPr>
              <p:cNvSpPr/>
              <p:nvPr/>
            </p:nvSpPr>
            <p:spPr>
              <a:xfrm>
                <a:off x="5317862" y="1911778"/>
                <a:ext cx="460867" cy="477108"/>
              </a:xfrm>
              <a:custGeom>
                <a:avLst/>
                <a:gdLst>
                  <a:gd name="connsiteX0" fmla="*/ 460868 w 460867"/>
                  <a:gd name="connsiteY0" fmla="*/ 238868 h 477108"/>
                  <a:gd name="connsiteX1" fmla="*/ 444239 w 460867"/>
                  <a:gd name="connsiteY1" fmla="*/ 335173 h 477108"/>
                  <a:gd name="connsiteX2" fmla="*/ 397262 w 460867"/>
                  <a:gd name="connsiteY2" fmla="*/ 410615 h 477108"/>
                  <a:gd name="connsiteX3" fmla="*/ 324359 w 460867"/>
                  <a:gd name="connsiteY3" fmla="*/ 459666 h 477108"/>
                  <a:gd name="connsiteX4" fmla="*/ 230291 w 460867"/>
                  <a:gd name="connsiteY4" fmla="*/ 477108 h 477108"/>
                  <a:gd name="connsiteX5" fmla="*/ 136338 w 460867"/>
                  <a:gd name="connsiteY5" fmla="*/ 459666 h 477108"/>
                  <a:gd name="connsiteX6" fmla="*/ 63577 w 460867"/>
                  <a:gd name="connsiteY6" fmla="*/ 410615 h 477108"/>
                  <a:gd name="connsiteX7" fmla="*/ 16629 w 460867"/>
                  <a:gd name="connsiteY7" fmla="*/ 335173 h 477108"/>
                  <a:gd name="connsiteX8" fmla="*/ 0 w 460867"/>
                  <a:gd name="connsiteY8" fmla="*/ 238868 h 477108"/>
                  <a:gd name="connsiteX9" fmla="*/ 16629 w 460867"/>
                  <a:gd name="connsiteY9" fmla="*/ 142591 h 477108"/>
                  <a:gd name="connsiteX10" fmla="*/ 63577 w 460867"/>
                  <a:gd name="connsiteY10" fmla="*/ 66978 h 477108"/>
                  <a:gd name="connsiteX11" fmla="*/ 136338 w 460867"/>
                  <a:gd name="connsiteY11" fmla="*/ 17585 h 477108"/>
                  <a:gd name="connsiteX12" fmla="*/ 230291 w 460867"/>
                  <a:gd name="connsiteY12" fmla="*/ 0 h 477108"/>
                  <a:gd name="connsiteX13" fmla="*/ 324359 w 460867"/>
                  <a:gd name="connsiteY13" fmla="*/ 17585 h 477108"/>
                  <a:gd name="connsiteX14" fmla="*/ 397262 w 460867"/>
                  <a:gd name="connsiteY14" fmla="*/ 66978 h 477108"/>
                  <a:gd name="connsiteX15" fmla="*/ 444239 w 460867"/>
                  <a:gd name="connsiteY15" fmla="*/ 142591 h 477108"/>
                  <a:gd name="connsiteX16" fmla="*/ 460868 w 460867"/>
                  <a:gd name="connsiteY16" fmla="*/ 238868 h 477108"/>
                  <a:gd name="connsiteX17" fmla="*/ 395979 w 460867"/>
                  <a:gd name="connsiteY17" fmla="*/ 238868 h 477108"/>
                  <a:gd name="connsiteX18" fmla="*/ 384256 w 460867"/>
                  <a:gd name="connsiteY18" fmla="*/ 161630 h 477108"/>
                  <a:gd name="connsiteX19" fmla="*/ 350942 w 460867"/>
                  <a:gd name="connsiteY19" fmla="*/ 103772 h 477108"/>
                  <a:gd name="connsiteX20" fmla="*/ 298774 w 460867"/>
                  <a:gd name="connsiteY20" fmla="*/ 67434 h 477108"/>
                  <a:gd name="connsiteX21" fmla="*/ 230263 w 460867"/>
                  <a:gd name="connsiteY21" fmla="*/ 54751 h 477108"/>
                  <a:gd name="connsiteX22" fmla="*/ 162094 w 460867"/>
                  <a:gd name="connsiteY22" fmla="*/ 67434 h 477108"/>
                  <a:gd name="connsiteX23" fmla="*/ 109755 w 460867"/>
                  <a:gd name="connsiteY23" fmla="*/ 103772 h 477108"/>
                  <a:gd name="connsiteX24" fmla="*/ 76298 w 460867"/>
                  <a:gd name="connsiteY24" fmla="*/ 161630 h 477108"/>
                  <a:gd name="connsiteX25" fmla="*/ 64575 w 460867"/>
                  <a:gd name="connsiteY25" fmla="*/ 238868 h 477108"/>
                  <a:gd name="connsiteX26" fmla="*/ 76298 w 460867"/>
                  <a:gd name="connsiteY26" fmla="*/ 315963 h 477108"/>
                  <a:gd name="connsiteX27" fmla="*/ 109755 w 460867"/>
                  <a:gd name="connsiteY27" fmla="*/ 373649 h 477108"/>
                  <a:gd name="connsiteX28" fmla="*/ 162094 w 460867"/>
                  <a:gd name="connsiteY28" fmla="*/ 409817 h 477108"/>
                  <a:gd name="connsiteX29" fmla="*/ 230263 w 460867"/>
                  <a:gd name="connsiteY29" fmla="*/ 422386 h 477108"/>
                  <a:gd name="connsiteX30" fmla="*/ 298774 w 460867"/>
                  <a:gd name="connsiteY30" fmla="*/ 409817 h 477108"/>
                  <a:gd name="connsiteX31" fmla="*/ 350942 w 460867"/>
                  <a:gd name="connsiteY31" fmla="*/ 373649 h 477108"/>
                  <a:gd name="connsiteX32" fmla="*/ 384256 w 460867"/>
                  <a:gd name="connsiteY32" fmla="*/ 315963 h 477108"/>
                  <a:gd name="connsiteX33" fmla="*/ 395979 w 460867"/>
                  <a:gd name="connsiteY33" fmla="*/ 238868 h 4771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60867" h="477108">
                    <a:moveTo>
                      <a:pt x="460868" y="238868"/>
                    </a:moveTo>
                    <a:cubicBezTo>
                      <a:pt x="460868" y="273867"/>
                      <a:pt x="455334" y="305959"/>
                      <a:pt x="444239" y="335173"/>
                    </a:cubicBezTo>
                    <a:cubicBezTo>
                      <a:pt x="433172" y="364386"/>
                      <a:pt x="417485" y="389553"/>
                      <a:pt x="397262" y="410615"/>
                    </a:cubicBezTo>
                    <a:cubicBezTo>
                      <a:pt x="377068" y="431706"/>
                      <a:pt x="352767" y="448066"/>
                      <a:pt x="324359" y="459666"/>
                    </a:cubicBezTo>
                    <a:cubicBezTo>
                      <a:pt x="296007" y="471294"/>
                      <a:pt x="264632" y="477108"/>
                      <a:pt x="230291" y="477108"/>
                    </a:cubicBezTo>
                    <a:cubicBezTo>
                      <a:pt x="195950" y="477108"/>
                      <a:pt x="164632" y="471294"/>
                      <a:pt x="136338" y="459666"/>
                    </a:cubicBezTo>
                    <a:cubicBezTo>
                      <a:pt x="108072" y="448066"/>
                      <a:pt x="83828" y="431677"/>
                      <a:pt x="63577" y="410615"/>
                    </a:cubicBezTo>
                    <a:cubicBezTo>
                      <a:pt x="43383" y="389553"/>
                      <a:pt x="27724" y="364386"/>
                      <a:pt x="16629" y="335173"/>
                    </a:cubicBezTo>
                    <a:cubicBezTo>
                      <a:pt x="5533" y="305959"/>
                      <a:pt x="0" y="273867"/>
                      <a:pt x="0" y="238868"/>
                    </a:cubicBezTo>
                    <a:cubicBezTo>
                      <a:pt x="0" y="203868"/>
                      <a:pt x="5533" y="171805"/>
                      <a:pt x="16629" y="142591"/>
                    </a:cubicBezTo>
                    <a:cubicBezTo>
                      <a:pt x="27724" y="113377"/>
                      <a:pt x="43411" y="88154"/>
                      <a:pt x="63577" y="66978"/>
                    </a:cubicBezTo>
                    <a:cubicBezTo>
                      <a:pt x="83828" y="45773"/>
                      <a:pt x="108072" y="29328"/>
                      <a:pt x="136338" y="17585"/>
                    </a:cubicBezTo>
                    <a:cubicBezTo>
                      <a:pt x="164604" y="5871"/>
                      <a:pt x="195921" y="0"/>
                      <a:pt x="230291" y="0"/>
                    </a:cubicBezTo>
                    <a:cubicBezTo>
                      <a:pt x="264661" y="0"/>
                      <a:pt x="296007" y="5871"/>
                      <a:pt x="324359" y="17585"/>
                    </a:cubicBezTo>
                    <a:cubicBezTo>
                      <a:pt x="352767" y="29328"/>
                      <a:pt x="377068" y="45773"/>
                      <a:pt x="397262" y="66978"/>
                    </a:cubicBezTo>
                    <a:cubicBezTo>
                      <a:pt x="417513" y="88154"/>
                      <a:pt x="433172" y="113377"/>
                      <a:pt x="444239" y="142591"/>
                    </a:cubicBezTo>
                    <a:cubicBezTo>
                      <a:pt x="455334" y="171805"/>
                      <a:pt x="460868" y="203897"/>
                      <a:pt x="460868" y="238868"/>
                    </a:cubicBezTo>
                    <a:close/>
                    <a:moveTo>
                      <a:pt x="395979" y="238868"/>
                    </a:moveTo>
                    <a:cubicBezTo>
                      <a:pt x="395979" y="210196"/>
                      <a:pt x="392071" y="184459"/>
                      <a:pt x="384256" y="161630"/>
                    </a:cubicBezTo>
                    <a:cubicBezTo>
                      <a:pt x="376412" y="138829"/>
                      <a:pt x="365317" y="119534"/>
                      <a:pt x="350942" y="103772"/>
                    </a:cubicBezTo>
                    <a:cubicBezTo>
                      <a:pt x="336595" y="88011"/>
                      <a:pt x="319196" y="75898"/>
                      <a:pt x="298774" y="67434"/>
                    </a:cubicBezTo>
                    <a:cubicBezTo>
                      <a:pt x="278323" y="58969"/>
                      <a:pt x="255477" y="54751"/>
                      <a:pt x="230263" y="54751"/>
                    </a:cubicBezTo>
                    <a:cubicBezTo>
                      <a:pt x="205049" y="54751"/>
                      <a:pt x="182516" y="58969"/>
                      <a:pt x="162094" y="67434"/>
                    </a:cubicBezTo>
                    <a:cubicBezTo>
                      <a:pt x="141643" y="75898"/>
                      <a:pt x="124187" y="88011"/>
                      <a:pt x="109755" y="103772"/>
                    </a:cubicBezTo>
                    <a:cubicBezTo>
                      <a:pt x="95265" y="119562"/>
                      <a:pt x="84142" y="138829"/>
                      <a:pt x="76298" y="161630"/>
                    </a:cubicBezTo>
                    <a:cubicBezTo>
                      <a:pt x="68454" y="184431"/>
                      <a:pt x="64575" y="210196"/>
                      <a:pt x="64575" y="238868"/>
                    </a:cubicBezTo>
                    <a:cubicBezTo>
                      <a:pt x="64575" y="267540"/>
                      <a:pt x="68454" y="293248"/>
                      <a:pt x="76298" y="315963"/>
                    </a:cubicBezTo>
                    <a:cubicBezTo>
                      <a:pt x="84142" y="338678"/>
                      <a:pt x="95265" y="357917"/>
                      <a:pt x="109755" y="373649"/>
                    </a:cubicBezTo>
                    <a:cubicBezTo>
                      <a:pt x="124216" y="389410"/>
                      <a:pt x="141643" y="401466"/>
                      <a:pt x="162094" y="409817"/>
                    </a:cubicBezTo>
                    <a:cubicBezTo>
                      <a:pt x="182516" y="418168"/>
                      <a:pt x="205248" y="422386"/>
                      <a:pt x="230263" y="422386"/>
                    </a:cubicBezTo>
                    <a:cubicBezTo>
                      <a:pt x="255277" y="422386"/>
                      <a:pt x="278295" y="418196"/>
                      <a:pt x="298774" y="409817"/>
                    </a:cubicBezTo>
                    <a:cubicBezTo>
                      <a:pt x="319168" y="401466"/>
                      <a:pt x="336595" y="389410"/>
                      <a:pt x="350942" y="373649"/>
                    </a:cubicBezTo>
                    <a:cubicBezTo>
                      <a:pt x="365317" y="357888"/>
                      <a:pt x="376412" y="338678"/>
                      <a:pt x="384256" y="315963"/>
                    </a:cubicBezTo>
                    <a:cubicBezTo>
                      <a:pt x="392071" y="293276"/>
                      <a:pt x="395979" y="267568"/>
                      <a:pt x="395979" y="2388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 23">
                <a:extLst>
                  <a:ext uri="{FF2B5EF4-FFF2-40B4-BE49-F238E27FC236}">
                    <a16:creationId xmlns:a16="http://schemas.microsoft.com/office/drawing/2014/main" id="{CAC353C6-B690-E715-6D7F-92E5EA6A6500}"/>
                  </a:ext>
                </a:extLst>
              </p:cNvPr>
              <p:cNvSpPr/>
              <p:nvPr/>
            </p:nvSpPr>
            <p:spPr>
              <a:xfrm>
                <a:off x="5827389" y="1911692"/>
                <a:ext cx="303023" cy="477507"/>
              </a:xfrm>
              <a:custGeom>
                <a:avLst/>
                <a:gdLst>
                  <a:gd name="connsiteX0" fmla="*/ 277211 w 303023"/>
                  <a:gd name="connsiteY0" fmla="*/ 78292 h 477507"/>
                  <a:gd name="connsiteX1" fmla="*/ 271022 w 303023"/>
                  <a:gd name="connsiteY1" fmla="*/ 85617 h 477507"/>
                  <a:gd name="connsiteX2" fmla="*/ 262550 w 303023"/>
                  <a:gd name="connsiteY2" fmla="*/ 88068 h 477507"/>
                  <a:gd name="connsiteX3" fmla="*/ 249658 w 303023"/>
                  <a:gd name="connsiteY3" fmla="*/ 82539 h 477507"/>
                  <a:gd name="connsiteX4" fmla="*/ 231090 w 303023"/>
                  <a:gd name="connsiteY4" fmla="*/ 70312 h 477507"/>
                  <a:gd name="connsiteX5" fmla="*/ 204022 w 303023"/>
                  <a:gd name="connsiteY5" fmla="*/ 58085 h 477507"/>
                  <a:gd name="connsiteX6" fmla="*/ 165688 w 303023"/>
                  <a:gd name="connsiteY6" fmla="*/ 52556 h 477507"/>
                  <a:gd name="connsiteX7" fmla="*/ 128180 w 303023"/>
                  <a:gd name="connsiteY7" fmla="*/ 58256 h 477507"/>
                  <a:gd name="connsiteX8" fmla="*/ 100970 w 303023"/>
                  <a:gd name="connsiteY8" fmla="*/ 73732 h 477507"/>
                  <a:gd name="connsiteX9" fmla="*/ 84484 w 303023"/>
                  <a:gd name="connsiteY9" fmla="*/ 96704 h 477507"/>
                  <a:gd name="connsiteX10" fmla="*/ 78950 w 303023"/>
                  <a:gd name="connsiteY10" fmla="*/ 125234 h 477507"/>
                  <a:gd name="connsiteX11" fmla="*/ 88562 w 303023"/>
                  <a:gd name="connsiteY11" fmla="*/ 157640 h 477507"/>
                  <a:gd name="connsiteX12" fmla="*/ 114005 w 303023"/>
                  <a:gd name="connsiteY12" fmla="*/ 179642 h 477507"/>
                  <a:gd name="connsiteX13" fmla="*/ 149886 w 303023"/>
                  <a:gd name="connsiteY13" fmla="*/ 195460 h 477507"/>
                  <a:gd name="connsiteX14" fmla="*/ 190987 w 303023"/>
                  <a:gd name="connsiteY14" fmla="*/ 209312 h 477507"/>
                  <a:gd name="connsiteX15" fmla="*/ 232088 w 303023"/>
                  <a:gd name="connsiteY15" fmla="*/ 225444 h 477507"/>
                  <a:gd name="connsiteX16" fmla="*/ 267941 w 303023"/>
                  <a:gd name="connsiteY16" fmla="*/ 248073 h 477507"/>
                  <a:gd name="connsiteX17" fmla="*/ 293412 w 303023"/>
                  <a:gd name="connsiteY17" fmla="*/ 281619 h 477507"/>
                  <a:gd name="connsiteX18" fmla="*/ 303024 w 303023"/>
                  <a:gd name="connsiteY18" fmla="*/ 330499 h 477507"/>
                  <a:gd name="connsiteX19" fmla="*/ 292584 w 303023"/>
                  <a:gd name="connsiteY19" fmla="*/ 388042 h 477507"/>
                  <a:gd name="connsiteX20" fmla="*/ 262094 w 303023"/>
                  <a:gd name="connsiteY20" fmla="*/ 434813 h 477507"/>
                  <a:gd name="connsiteX21" fmla="*/ 212864 w 303023"/>
                  <a:gd name="connsiteY21" fmla="*/ 466107 h 477507"/>
                  <a:gd name="connsiteX22" fmla="*/ 146463 w 303023"/>
                  <a:gd name="connsiteY22" fmla="*/ 477507 h 477507"/>
                  <a:gd name="connsiteX23" fmla="*/ 63776 w 303023"/>
                  <a:gd name="connsiteY23" fmla="*/ 461062 h 477507"/>
                  <a:gd name="connsiteX24" fmla="*/ 0 w 303023"/>
                  <a:gd name="connsiteY24" fmla="*/ 416572 h 477507"/>
                  <a:gd name="connsiteX25" fmla="*/ 18283 w 303023"/>
                  <a:gd name="connsiteY25" fmla="*/ 386560 h 477507"/>
                  <a:gd name="connsiteX26" fmla="*/ 24615 w 303023"/>
                  <a:gd name="connsiteY26" fmla="*/ 380518 h 477507"/>
                  <a:gd name="connsiteX27" fmla="*/ 32943 w 303023"/>
                  <a:gd name="connsiteY27" fmla="*/ 378067 h 477507"/>
                  <a:gd name="connsiteX28" fmla="*/ 48574 w 303023"/>
                  <a:gd name="connsiteY28" fmla="*/ 385392 h 477507"/>
                  <a:gd name="connsiteX29" fmla="*/ 70593 w 303023"/>
                  <a:gd name="connsiteY29" fmla="*/ 401523 h 477507"/>
                  <a:gd name="connsiteX30" fmla="*/ 102567 w 303023"/>
                  <a:gd name="connsiteY30" fmla="*/ 417655 h 477507"/>
                  <a:gd name="connsiteX31" fmla="*/ 148374 w 303023"/>
                  <a:gd name="connsiteY31" fmla="*/ 424980 h 477507"/>
                  <a:gd name="connsiteX32" fmla="*/ 188506 w 303023"/>
                  <a:gd name="connsiteY32" fmla="*/ 418795 h 477507"/>
                  <a:gd name="connsiteX33" fmla="*/ 218340 w 303023"/>
                  <a:gd name="connsiteY33" fmla="*/ 401352 h 477507"/>
                  <a:gd name="connsiteX34" fmla="*/ 237108 w 303023"/>
                  <a:gd name="connsiteY34" fmla="*/ 374447 h 477507"/>
                  <a:gd name="connsiteX35" fmla="*/ 243611 w 303023"/>
                  <a:gd name="connsiteY35" fmla="*/ 339590 h 477507"/>
                  <a:gd name="connsiteX36" fmla="*/ 233999 w 303023"/>
                  <a:gd name="connsiteY36" fmla="*/ 304876 h 477507"/>
                  <a:gd name="connsiteX37" fmla="*/ 208728 w 303023"/>
                  <a:gd name="connsiteY37" fmla="*/ 282246 h 477507"/>
                  <a:gd name="connsiteX38" fmla="*/ 173018 w 303023"/>
                  <a:gd name="connsiteY38" fmla="*/ 266770 h 477507"/>
                  <a:gd name="connsiteX39" fmla="*/ 131917 w 303023"/>
                  <a:gd name="connsiteY39" fmla="*/ 253717 h 477507"/>
                  <a:gd name="connsiteX40" fmla="*/ 90816 w 303023"/>
                  <a:gd name="connsiteY40" fmla="*/ 238241 h 477507"/>
                  <a:gd name="connsiteX41" fmla="*/ 55105 w 303023"/>
                  <a:gd name="connsiteY41" fmla="*/ 215440 h 477507"/>
                  <a:gd name="connsiteX42" fmla="*/ 29834 w 303023"/>
                  <a:gd name="connsiteY42" fmla="*/ 180412 h 477507"/>
                  <a:gd name="connsiteX43" fmla="*/ 20222 w 303023"/>
                  <a:gd name="connsiteY43" fmla="*/ 128397 h 477507"/>
                  <a:gd name="connsiteX44" fmla="*/ 29834 w 303023"/>
                  <a:gd name="connsiteY44" fmla="*/ 80516 h 477507"/>
                  <a:gd name="connsiteX45" fmla="*/ 57730 w 303023"/>
                  <a:gd name="connsiteY45" fmla="*/ 39417 h 477507"/>
                  <a:gd name="connsiteX46" fmla="*/ 102909 w 303023"/>
                  <a:gd name="connsiteY46" fmla="*/ 10745 h 477507"/>
                  <a:gd name="connsiteX47" fmla="*/ 164718 w 303023"/>
                  <a:gd name="connsiteY47" fmla="*/ 0 h 477507"/>
                  <a:gd name="connsiteX48" fmla="*/ 236138 w 303023"/>
                  <a:gd name="connsiteY48" fmla="*/ 12398 h 477507"/>
                  <a:gd name="connsiteX49" fmla="*/ 292584 w 303023"/>
                  <a:gd name="connsiteY49" fmla="*/ 48224 h 477507"/>
                  <a:gd name="connsiteX50" fmla="*/ 277268 w 303023"/>
                  <a:gd name="connsiteY50" fmla="*/ 78207 h 477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303023" h="477507">
                    <a:moveTo>
                      <a:pt x="277211" y="78292"/>
                    </a:moveTo>
                    <a:cubicBezTo>
                      <a:pt x="275243" y="81570"/>
                      <a:pt x="273189" y="84021"/>
                      <a:pt x="271022" y="85617"/>
                    </a:cubicBezTo>
                    <a:cubicBezTo>
                      <a:pt x="268854" y="87270"/>
                      <a:pt x="266030" y="88068"/>
                      <a:pt x="262550" y="88068"/>
                    </a:cubicBezTo>
                    <a:cubicBezTo>
                      <a:pt x="258842" y="88068"/>
                      <a:pt x="254535" y="86244"/>
                      <a:pt x="249658" y="82539"/>
                    </a:cubicBezTo>
                    <a:cubicBezTo>
                      <a:pt x="244781" y="78834"/>
                      <a:pt x="238591" y="74758"/>
                      <a:pt x="231090" y="70312"/>
                    </a:cubicBezTo>
                    <a:cubicBezTo>
                      <a:pt x="223588" y="65866"/>
                      <a:pt x="214547" y="61790"/>
                      <a:pt x="204022" y="58085"/>
                    </a:cubicBezTo>
                    <a:cubicBezTo>
                      <a:pt x="193497" y="54380"/>
                      <a:pt x="180690" y="52556"/>
                      <a:pt x="165688" y="52556"/>
                    </a:cubicBezTo>
                    <a:cubicBezTo>
                      <a:pt x="151569" y="52556"/>
                      <a:pt x="139048" y="54437"/>
                      <a:pt x="128180" y="58256"/>
                    </a:cubicBezTo>
                    <a:cubicBezTo>
                      <a:pt x="117313" y="62075"/>
                      <a:pt x="108243" y="67234"/>
                      <a:pt x="100970" y="73732"/>
                    </a:cubicBezTo>
                    <a:cubicBezTo>
                      <a:pt x="93697" y="80259"/>
                      <a:pt x="88192" y="87926"/>
                      <a:pt x="84484" y="96704"/>
                    </a:cubicBezTo>
                    <a:cubicBezTo>
                      <a:pt x="80776" y="105511"/>
                      <a:pt x="78950" y="115002"/>
                      <a:pt x="78950" y="125234"/>
                    </a:cubicBezTo>
                    <a:cubicBezTo>
                      <a:pt x="78950" y="138259"/>
                      <a:pt x="82145" y="149061"/>
                      <a:pt x="88562" y="157640"/>
                    </a:cubicBezTo>
                    <a:cubicBezTo>
                      <a:pt x="94952" y="166218"/>
                      <a:pt x="103451" y="173572"/>
                      <a:pt x="114005" y="179642"/>
                    </a:cubicBezTo>
                    <a:cubicBezTo>
                      <a:pt x="124530" y="185713"/>
                      <a:pt x="136509" y="191014"/>
                      <a:pt x="149886" y="195460"/>
                    </a:cubicBezTo>
                    <a:cubicBezTo>
                      <a:pt x="163235" y="199935"/>
                      <a:pt x="176926" y="204552"/>
                      <a:pt x="190987" y="209312"/>
                    </a:cubicBezTo>
                    <a:cubicBezTo>
                      <a:pt x="204992" y="214100"/>
                      <a:pt x="218711" y="219487"/>
                      <a:pt x="232088" y="225444"/>
                    </a:cubicBezTo>
                    <a:cubicBezTo>
                      <a:pt x="245465" y="231429"/>
                      <a:pt x="257416" y="238953"/>
                      <a:pt x="267941" y="248073"/>
                    </a:cubicBezTo>
                    <a:cubicBezTo>
                      <a:pt x="278494" y="257194"/>
                      <a:pt x="286994" y="268395"/>
                      <a:pt x="293412" y="281619"/>
                    </a:cubicBezTo>
                    <a:cubicBezTo>
                      <a:pt x="299801" y="294901"/>
                      <a:pt x="303024" y="311175"/>
                      <a:pt x="303024" y="330499"/>
                    </a:cubicBezTo>
                    <a:cubicBezTo>
                      <a:pt x="303024" y="350934"/>
                      <a:pt x="299544" y="370115"/>
                      <a:pt x="292584" y="388042"/>
                    </a:cubicBezTo>
                    <a:cubicBezTo>
                      <a:pt x="285625" y="405969"/>
                      <a:pt x="275471" y="421560"/>
                      <a:pt x="262094" y="434813"/>
                    </a:cubicBezTo>
                    <a:cubicBezTo>
                      <a:pt x="248717" y="448066"/>
                      <a:pt x="232316" y="458468"/>
                      <a:pt x="212864" y="466107"/>
                    </a:cubicBezTo>
                    <a:cubicBezTo>
                      <a:pt x="193411" y="473717"/>
                      <a:pt x="171278" y="477507"/>
                      <a:pt x="146463" y="477507"/>
                    </a:cubicBezTo>
                    <a:cubicBezTo>
                      <a:pt x="116229" y="477507"/>
                      <a:pt x="88705" y="472035"/>
                      <a:pt x="63776" y="461062"/>
                    </a:cubicBezTo>
                    <a:cubicBezTo>
                      <a:pt x="38876" y="450089"/>
                      <a:pt x="17627" y="435240"/>
                      <a:pt x="0" y="416572"/>
                    </a:cubicBezTo>
                    <a:lnTo>
                      <a:pt x="18283" y="386560"/>
                    </a:lnTo>
                    <a:cubicBezTo>
                      <a:pt x="19994" y="384166"/>
                      <a:pt x="22134" y="382171"/>
                      <a:pt x="24615" y="380518"/>
                    </a:cubicBezTo>
                    <a:cubicBezTo>
                      <a:pt x="27125" y="378865"/>
                      <a:pt x="29892" y="378067"/>
                      <a:pt x="32943" y="378067"/>
                    </a:cubicBezTo>
                    <a:cubicBezTo>
                      <a:pt x="37507" y="378067"/>
                      <a:pt x="42727" y="380518"/>
                      <a:pt x="48574" y="385392"/>
                    </a:cubicBezTo>
                    <a:cubicBezTo>
                      <a:pt x="54478" y="390294"/>
                      <a:pt x="61809" y="395681"/>
                      <a:pt x="70593" y="401523"/>
                    </a:cubicBezTo>
                    <a:cubicBezTo>
                      <a:pt x="79435" y="407395"/>
                      <a:pt x="90046" y="412781"/>
                      <a:pt x="102567" y="417655"/>
                    </a:cubicBezTo>
                    <a:cubicBezTo>
                      <a:pt x="115088" y="422557"/>
                      <a:pt x="130377" y="424980"/>
                      <a:pt x="148374" y="424980"/>
                    </a:cubicBezTo>
                    <a:cubicBezTo>
                      <a:pt x="163377" y="424980"/>
                      <a:pt x="176783" y="422899"/>
                      <a:pt x="188506" y="418795"/>
                    </a:cubicBezTo>
                    <a:cubicBezTo>
                      <a:pt x="200228" y="414662"/>
                      <a:pt x="210183" y="408848"/>
                      <a:pt x="218340" y="401352"/>
                    </a:cubicBezTo>
                    <a:cubicBezTo>
                      <a:pt x="226498" y="393857"/>
                      <a:pt x="232744" y="384907"/>
                      <a:pt x="237108" y="374447"/>
                    </a:cubicBezTo>
                    <a:cubicBezTo>
                      <a:pt x="241444" y="364016"/>
                      <a:pt x="243611" y="352387"/>
                      <a:pt x="243611" y="339590"/>
                    </a:cubicBezTo>
                    <a:cubicBezTo>
                      <a:pt x="243611" y="325454"/>
                      <a:pt x="240417" y="313882"/>
                      <a:pt x="233999" y="304876"/>
                    </a:cubicBezTo>
                    <a:cubicBezTo>
                      <a:pt x="227610" y="295870"/>
                      <a:pt x="219167" y="288317"/>
                      <a:pt x="208728" y="282246"/>
                    </a:cubicBezTo>
                    <a:cubicBezTo>
                      <a:pt x="198289" y="276176"/>
                      <a:pt x="186395" y="270988"/>
                      <a:pt x="173018" y="266770"/>
                    </a:cubicBezTo>
                    <a:cubicBezTo>
                      <a:pt x="159669" y="262524"/>
                      <a:pt x="145950" y="258191"/>
                      <a:pt x="131917" y="253717"/>
                    </a:cubicBezTo>
                    <a:cubicBezTo>
                      <a:pt x="117912" y="249271"/>
                      <a:pt x="104193" y="244112"/>
                      <a:pt x="90816" y="238241"/>
                    </a:cubicBezTo>
                    <a:cubicBezTo>
                      <a:pt x="77439" y="232369"/>
                      <a:pt x="65516" y="224760"/>
                      <a:pt x="55105" y="215440"/>
                    </a:cubicBezTo>
                    <a:cubicBezTo>
                      <a:pt x="44666" y="206091"/>
                      <a:pt x="36224" y="194406"/>
                      <a:pt x="29834" y="180412"/>
                    </a:cubicBezTo>
                    <a:cubicBezTo>
                      <a:pt x="23417" y="166389"/>
                      <a:pt x="20222" y="149061"/>
                      <a:pt x="20222" y="128397"/>
                    </a:cubicBezTo>
                    <a:cubicBezTo>
                      <a:pt x="20222" y="111895"/>
                      <a:pt x="23417" y="95935"/>
                      <a:pt x="29834" y="80516"/>
                    </a:cubicBezTo>
                    <a:cubicBezTo>
                      <a:pt x="36224" y="65068"/>
                      <a:pt x="45550" y="51416"/>
                      <a:pt x="57730" y="39417"/>
                    </a:cubicBezTo>
                    <a:cubicBezTo>
                      <a:pt x="69909" y="27475"/>
                      <a:pt x="84940" y="17927"/>
                      <a:pt x="102909" y="10745"/>
                    </a:cubicBezTo>
                    <a:cubicBezTo>
                      <a:pt x="120879" y="3591"/>
                      <a:pt x="141443" y="0"/>
                      <a:pt x="164718" y="0"/>
                    </a:cubicBezTo>
                    <a:cubicBezTo>
                      <a:pt x="190816" y="0"/>
                      <a:pt x="214632" y="4104"/>
                      <a:pt x="236138" y="12398"/>
                    </a:cubicBezTo>
                    <a:cubicBezTo>
                      <a:pt x="257673" y="20635"/>
                      <a:pt x="276469" y="32605"/>
                      <a:pt x="292584" y="48224"/>
                    </a:cubicBezTo>
                    <a:lnTo>
                      <a:pt x="277268" y="78207"/>
                    </a:lnTo>
                    <a:close/>
                  </a:path>
                </a:pathLst>
              </a:custGeom>
              <a:solidFill>
                <a:srgbClr val="FFFFFF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" name="Forma Livre 24">
                <a:extLst>
                  <a:ext uri="{FF2B5EF4-FFF2-40B4-BE49-F238E27FC236}">
                    <a16:creationId xmlns:a16="http://schemas.microsoft.com/office/drawing/2014/main" id="{CCA37A30-5A15-1F55-9E9B-CCD2F9BBDC7D}"/>
                  </a:ext>
                </a:extLst>
              </p:cNvPr>
              <p:cNvSpPr/>
              <p:nvPr/>
            </p:nvSpPr>
            <p:spPr>
              <a:xfrm>
                <a:off x="6173111" y="1911692"/>
                <a:ext cx="303023" cy="477507"/>
              </a:xfrm>
              <a:custGeom>
                <a:avLst/>
                <a:gdLst>
                  <a:gd name="connsiteX0" fmla="*/ 277211 w 303023"/>
                  <a:gd name="connsiteY0" fmla="*/ 78292 h 477507"/>
                  <a:gd name="connsiteX1" fmla="*/ 271022 w 303023"/>
                  <a:gd name="connsiteY1" fmla="*/ 85617 h 477507"/>
                  <a:gd name="connsiteX2" fmla="*/ 262550 w 303023"/>
                  <a:gd name="connsiteY2" fmla="*/ 88068 h 477507"/>
                  <a:gd name="connsiteX3" fmla="*/ 249658 w 303023"/>
                  <a:gd name="connsiteY3" fmla="*/ 82539 h 477507"/>
                  <a:gd name="connsiteX4" fmla="*/ 231090 w 303023"/>
                  <a:gd name="connsiteY4" fmla="*/ 70312 h 477507"/>
                  <a:gd name="connsiteX5" fmla="*/ 204022 w 303023"/>
                  <a:gd name="connsiteY5" fmla="*/ 58085 h 477507"/>
                  <a:gd name="connsiteX6" fmla="*/ 165688 w 303023"/>
                  <a:gd name="connsiteY6" fmla="*/ 52556 h 477507"/>
                  <a:gd name="connsiteX7" fmla="*/ 128181 w 303023"/>
                  <a:gd name="connsiteY7" fmla="*/ 58256 h 477507"/>
                  <a:gd name="connsiteX8" fmla="*/ 100970 w 303023"/>
                  <a:gd name="connsiteY8" fmla="*/ 73732 h 477507"/>
                  <a:gd name="connsiteX9" fmla="*/ 84484 w 303023"/>
                  <a:gd name="connsiteY9" fmla="*/ 96704 h 477507"/>
                  <a:gd name="connsiteX10" fmla="*/ 78951 w 303023"/>
                  <a:gd name="connsiteY10" fmla="*/ 125234 h 477507"/>
                  <a:gd name="connsiteX11" fmla="*/ 88563 w 303023"/>
                  <a:gd name="connsiteY11" fmla="*/ 157640 h 477507"/>
                  <a:gd name="connsiteX12" fmla="*/ 114005 w 303023"/>
                  <a:gd name="connsiteY12" fmla="*/ 179642 h 477507"/>
                  <a:gd name="connsiteX13" fmla="*/ 149858 w 303023"/>
                  <a:gd name="connsiteY13" fmla="*/ 195460 h 477507"/>
                  <a:gd name="connsiteX14" fmla="*/ 190987 w 303023"/>
                  <a:gd name="connsiteY14" fmla="*/ 209312 h 477507"/>
                  <a:gd name="connsiteX15" fmla="*/ 232088 w 303023"/>
                  <a:gd name="connsiteY15" fmla="*/ 225444 h 477507"/>
                  <a:gd name="connsiteX16" fmla="*/ 267941 w 303023"/>
                  <a:gd name="connsiteY16" fmla="*/ 248073 h 477507"/>
                  <a:gd name="connsiteX17" fmla="*/ 293412 w 303023"/>
                  <a:gd name="connsiteY17" fmla="*/ 281619 h 477507"/>
                  <a:gd name="connsiteX18" fmla="*/ 303024 w 303023"/>
                  <a:gd name="connsiteY18" fmla="*/ 330499 h 477507"/>
                  <a:gd name="connsiteX19" fmla="*/ 292585 w 303023"/>
                  <a:gd name="connsiteY19" fmla="*/ 388042 h 477507"/>
                  <a:gd name="connsiteX20" fmla="*/ 262094 w 303023"/>
                  <a:gd name="connsiteY20" fmla="*/ 434813 h 477507"/>
                  <a:gd name="connsiteX21" fmla="*/ 212864 w 303023"/>
                  <a:gd name="connsiteY21" fmla="*/ 466107 h 477507"/>
                  <a:gd name="connsiteX22" fmla="*/ 146463 w 303023"/>
                  <a:gd name="connsiteY22" fmla="*/ 477507 h 477507"/>
                  <a:gd name="connsiteX23" fmla="*/ 63776 w 303023"/>
                  <a:gd name="connsiteY23" fmla="*/ 461062 h 477507"/>
                  <a:gd name="connsiteX24" fmla="*/ 0 w 303023"/>
                  <a:gd name="connsiteY24" fmla="*/ 416572 h 477507"/>
                  <a:gd name="connsiteX25" fmla="*/ 18255 w 303023"/>
                  <a:gd name="connsiteY25" fmla="*/ 386560 h 477507"/>
                  <a:gd name="connsiteX26" fmla="*/ 24615 w 303023"/>
                  <a:gd name="connsiteY26" fmla="*/ 380518 h 477507"/>
                  <a:gd name="connsiteX27" fmla="*/ 32915 w 303023"/>
                  <a:gd name="connsiteY27" fmla="*/ 378067 h 477507"/>
                  <a:gd name="connsiteX28" fmla="*/ 48603 w 303023"/>
                  <a:gd name="connsiteY28" fmla="*/ 385392 h 477507"/>
                  <a:gd name="connsiteX29" fmla="*/ 70593 w 303023"/>
                  <a:gd name="connsiteY29" fmla="*/ 401523 h 477507"/>
                  <a:gd name="connsiteX30" fmla="*/ 102567 w 303023"/>
                  <a:gd name="connsiteY30" fmla="*/ 417655 h 477507"/>
                  <a:gd name="connsiteX31" fmla="*/ 148403 w 303023"/>
                  <a:gd name="connsiteY31" fmla="*/ 424980 h 477507"/>
                  <a:gd name="connsiteX32" fmla="*/ 188506 w 303023"/>
                  <a:gd name="connsiteY32" fmla="*/ 418795 h 477507"/>
                  <a:gd name="connsiteX33" fmla="*/ 218340 w 303023"/>
                  <a:gd name="connsiteY33" fmla="*/ 401352 h 477507"/>
                  <a:gd name="connsiteX34" fmla="*/ 237108 w 303023"/>
                  <a:gd name="connsiteY34" fmla="*/ 374447 h 477507"/>
                  <a:gd name="connsiteX35" fmla="*/ 243611 w 303023"/>
                  <a:gd name="connsiteY35" fmla="*/ 339590 h 477507"/>
                  <a:gd name="connsiteX36" fmla="*/ 233999 w 303023"/>
                  <a:gd name="connsiteY36" fmla="*/ 304876 h 477507"/>
                  <a:gd name="connsiteX37" fmla="*/ 208728 w 303023"/>
                  <a:gd name="connsiteY37" fmla="*/ 282246 h 477507"/>
                  <a:gd name="connsiteX38" fmla="*/ 173018 w 303023"/>
                  <a:gd name="connsiteY38" fmla="*/ 266770 h 477507"/>
                  <a:gd name="connsiteX39" fmla="*/ 131917 w 303023"/>
                  <a:gd name="connsiteY39" fmla="*/ 253717 h 477507"/>
                  <a:gd name="connsiteX40" fmla="*/ 90816 w 303023"/>
                  <a:gd name="connsiteY40" fmla="*/ 238241 h 477507"/>
                  <a:gd name="connsiteX41" fmla="*/ 55106 w 303023"/>
                  <a:gd name="connsiteY41" fmla="*/ 215440 h 477507"/>
                  <a:gd name="connsiteX42" fmla="*/ 29835 w 303023"/>
                  <a:gd name="connsiteY42" fmla="*/ 180412 h 477507"/>
                  <a:gd name="connsiteX43" fmla="*/ 20222 w 303023"/>
                  <a:gd name="connsiteY43" fmla="*/ 128397 h 477507"/>
                  <a:gd name="connsiteX44" fmla="*/ 29835 w 303023"/>
                  <a:gd name="connsiteY44" fmla="*/ 80516 h 477507"/>
                  <a:gd name="connsiteX45" fmla="*/ 57730 w 303023"/>
                  <a:gd name="connsiteY45" fmla="*/ 39417 h 477507"/>
                  <a:gd name="connsiteX46" fmla="*/ 102910 w 303023"/>
                  <a:gd name="connsiteY46" fmla="*/ 10745 h 477507"/>
                  <a:gd name="connsiteX47" fmla="*/ 164718 w 303023"/>
                  <a:gd name="connsiteY47" fmla="*/ 0 h 477507"/>
                  <a:gd name="connsiteX48" fmla="*/ 236167 w 303023"/>
                  <a:gd name="connsiteY48" fmla="*/ 12398 h 477507"/>
                  <a:gd name="connsiteX49" fmla="*/ 292585 w 303023"/>
                  <a:gd name="connsiteY49" fmla="*/ 48224 h 477507"/>
                  <a:gd name="connsiteX50" fmla="*/ 277268 w 303023"/>
                  <a:gd name="connsiteY50" fmla="*/ 78207 h 477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303023" h="477507">
                    <a:moveTo>
                      <a:pt x="277211" y="78292"/>
                    </a:moveTo>
                    <a:cubicBezTo>
                      <a:pt x="275243" y="81570"/>
                      <a:pt x="273189" y="84021"/>
                      <a:pt x="271022" y="85617"/>
                    </a:cubicBezTo>
                    <a:cubicBezTo>
                      <a:pt x="268854" y="87270"/>
                      <a:pt x="266030" y="88068"/>
                      <a:pt x="262550" y="88068"/>
                    </a:cubicBezTo>
                    <a:cubicBezTo>
                      <a:pt x="258842" y="88068"/>
                      <a:pt x="254535" y="86244"/>
                      <a:pt x="249658" y="82539"/>
                    </a:cubicBezTo>
                    <a:cubicBezTo>
                      <a:pt x="244781" y="78834"/>
                      <a:pt x="238591" y="74758"/>
                      <a:pt x="231090" y="70312"/>
                    </a:cubicBezTo>
                    <a:cubicBezTo>
                      <a:pt x="223588" y="65866"/>
                      <a:pt x="214547" y="61790"/>
                      <a:pt x="204022" y="58085"/>
                    </a:cubicBezTo>
                    <a:cubicBezTo>
                      <a:pt x="193497" y="54380"/>
                      <a:pt x="180690" y="52556"/>
                      <a:pt x="165688" y="52556"/>
                    </a:cubicBezTo>
                    <a:cubicBezTo>
                      <a:pt x="151569" y="52556"/>
                      <a:pt x="139048" y="54437"/>
                      <a:pt x="128181" y="58256"/>
                    </a:cubicBezTo>
                    <a:cubicBezTo>
                      <a:pt x="117313" y="62075"/>
                      <a:pt x="108243" y="67234"/>
                      <a:pt x="100970" y="73732"/>
                    </a:cubicBezTo>
                    <a:cubicBezTo>
                      <a:pt x="93668" y="80259"/>
                      <a:pt x="88192" y="87926"/>
                      <a:pt x="84484" y="96704"/>
                    </a:cubicBezTo>
                    <a:cubicBezTo>
                      <a:pt x="80776" y="105511"/>
                      <a:pt x="78951" y="115002"/>
                      <a:pt x="78951" y="125234"/>
                    </a:cubicBezTo>
                    <a:cubicBezTo>
                      <a:pt x="78951" y="138259"/>
                      <a:pt x="82145" y="149061"/>
                      <a:pt x="88563" y="157640"/>
                    </a:cubicBezTo>
                    <a:cubicBezTo>
                      <a:pt x="94952" y="166218"/>
                      <a:pt x="103423" y="173572"/>
                      <a:pt x="114005" y="179642"/>
                    </a:cubicBezTo>
                    <a:cubicBezTo>
                      <a:pt x="124530" y="185713"/>
                      <a:pt x="136509" y="191014"/>
                      <a:pt x="149858" y="195460"/>
                    </a:cubicBezTo>
                    <a:cubicBezTo>
                      <a:pt x="163235" y="199935"/>
                      <a:pt x="176926" y="204552"/>
                      <a:pt x="190987" y="209312"/>
                    </a:cubicBezTo>
                    <a:cubicBezTo>
                      <a:pt x="204992" y="214100"/>
                      <a:pt x="218711" y="219487"/>
                      <a:pt x="232088" y="225444"/>
                    </a:cubicBezTo>
                    <a:cubicBezTo>
                      <a:pt x="245465" y="231429"/>
                      <a:pt x="257416" y="238953"/>
                      <a:pt x="267941" y="248073"/>
                    </a:cubicBezTo>
                    <a:cubicBezTo>
                      <a:pt x="278494" y="257194"/>
                      <a:pt x="286994" y="268395"/>
                      <a:pt x="293412" y="281619"/>
                    </a:cubicBezTo>
                    <a:cubicBezTo>
                      <a:pt x="299801" y="294901"/>
                      <a:pt x="303024" y="311175"/>
                      <a:pt x="303024" y="330499"/>
                    </a:cubicBezTo>
                    <a:cubicBezTo>
                      <a:pt x="303024" y="350934"/>
                      <a:pt x="299544" y="370115"/>
                      <a:pt x="292585" y="388042"/>
                    </a:cubicBezTo>
                    <a:cubicBezTo>
                      <a:pt x="285625" y="405969"/>
                      <a:pt x="275471" y="421560"/>
                      <a:pt x="262094" y="434813"/>
                    </a:cubicBezTo>
                    <a:cubicBezTo>
                      <a:pt x="248717" y="448066"/>
                      <a:pt x="232317" y="458468"/>
                      <a:pt x="212864" y="466107"/>
                    </a:cubicBezTo>
                    <a:cubicBezTo>
                      <a:pt x="193412" y="473717"/>
                      <a:pt x="171278" y="477507"/>
                      <a:pt x="146463" y="477507"/>
                    </a:cubicBezTo>
                    <a:cubicBezTo>
                      <a:pt x="116229" y="477507"/>
                      <a:pt x="88705" y="472035"/>
                      <a:pt x="63776" y="461062"/>
                    </a:cubicBezTo>
                    <a:cubicBezTo>
                      <a:pt x="38876" y="450089"/>
                      <a:pt x="17627" y="435240"/>
                      <a:pt x="0" y="416572"/>
                    </a:cubicBezTo>
                    <a:lnTo>
                      <a:pt x="18255" y="386560"/>
                    </a:lnTo>
                    <a:cubicBezTo>
                      <a:pt x="19994" y="384166"/>
                      <a:pt x="22105" y="382171"/>
                      <a:pt x="24615" y="380518"/>
                    </a:cubicBezTo>
                    <a:cubicBezTo>
                      <a:pt x="27125" y="378865"/>
                      <a:pt x="29892" y="378067"/>
                      <a:pt x="32915" y="378067"/>
                    </a:cubicBezTo>
                    <a:cubicBezTo>
                      <a:pt x="37507" y="378067"/>
                      <a:pt x="42698" y="380518"/>
                      <a:pt x="48603" y="385392"/>
                    </a:cubicBezTo>
                    <a:cubicBezTo>
                      <a:pt x="54478" y="390294"/>
                      <a:pt x="61809" y="395681"/>
                      <a:pt x="70593" y="401523"/>
                    </a:cubicBezTo>
                    <a:cubicBezTo>
                      <a:pt x="79407" y="407395"/>
                      <a:pt x="90046" y="412781"/>
                      <a:pt x="102567" y="417655"/>
                    </a:cubicBezTo>
                    <a:cubicBezTo>
                      <a:pt x="115088" y="422557"/>
                      <a:pt x="130348" y="424980"/>
                      <a:pt x="148403" y="424980"/>
                    </a:cubicBezTo>
                    <a:cubicBezTo>
                      <a:pt x="163377" y="424980"/>
                      <a:pt x="176754" y="422899"/>
                      <a:pt x="188506" y="418795"/>
                    </a:cubicBezTo>
                    <a:cubicBezTo>
                      <a:pt x="200229" y="414662"/>
                      <a:pt x="210183" y="408848"/>
                      <a:pt x="218340" y="401352"/>
                    </a:cubicBezTo>
                    <a:cubicBezTo>
                      <a:pt x="226526" y="393857"/>
                      <a:pt x="232744" y="384907"/>
                      <a:pt x="237108" y="374447"/>
                    </a:cubicBezTo>
                    <a:cubicBezTo>
                      <a:pt x="241444" y="364016"/>
                      <a:pt x="243611" y="352387"/>
                      <a:pt x="243611" y="339590"/>
                    </a:cubicBezTo>
                    <a:cubicBezTo>
                      <a:pt x="243611" y="325454"/>
                      <a:pt x="240417" y="313882"/>
                      <a:pt x="233999" y="304876"/>
                    </a:cubicBezTo>
                    <a:cubicBezTo>
                      <a:pt x="227610" y="295870"/>
                      <a:pt x="219167" y="288317"/>
                      <a:pt x="208728" y="282246"/>
                    </a:cubicBezTo>
                    <a:cubicBezTo>
                      <a:pt x="198289" y="276176"/>
                      <a:pt x="186366" y="270988"/>
                      <a:pt x="173018" y="266770"/>
                    </a:cubicBezTo>
                    <a:cubicBezTo>
                      <a:pt x="159641" y="262524"/>
                      <a:pt x="145979" y="258191"/>
                      <a:pt x="131917" y="253717"/>
                    </a:cubicBezTo>
                    <a:cubicBezTo>
                      <a:pt x="117912" y="249271"/>
                      <a:pt x="104193" y="244112"/>
                      <a:pt x="90816" y="238241"/>
                    </a:cubicBezTo>
                    <a:cubicBezTo>
                      <a:pt x="77439" y="232369"/>
                      <a:pt x="65545" y="224760"/>
                      <a:pt x="55106" y="215440"/>
                    </a:cubicBezTo>
                    <a:cubicBezTo>
                      <a:pt x="44666" y="206091"/>
                      <a:pt x="36252" y="194406"/>
                      <a:pt x="29835" y="180412"/>
                    </a:cubicBezTo>
                    <a:cubicBezTo>
                      <a:pt x="23417" y="166389"/>
                      <a:pt x="20222" y="149061"/>
                      <a:pt x="20222" y="128397"/>
                    </a:cubicBezTo>
                    <a:cubicBezTo>
                      <a:pt x="20222" y="111895"/>
                      <a:pt x="23417" y="95935"/>
                      <a:pt x="29835" y="80516"/>
                    </a:cubicBezTo>
                    <a:cubicBezTo>
                      <a:pt x="36252" y="65068"/>
                      <a:pt x="45550" y="51416"/>
                      <a:pt x="57730" y="39417"/>
                    </a:cubicBezTo>
                    <a:cubicBezTo>
                      <a:pt x="69909" y="27475"/>
                      <a:pt x="84969" y="17927"/>
                      <a:pt x="102910" y="10745"/>
                    </a:cubicBezTo>
                    <a:cubicBezTo>
                      <a:pt x="120850" y="3591"/>
                      <a:pt x="141443" y="0"/>
                      <a:pt x="164718" y="0"/>
                    </a:cubicBezTo>
                    <a:cubicBezTo>
                      <a:pt x="190816" y="0"/>
                      <a:pt x="214632" y="4104"/>
                      <a:pt x="236167" y="12398"/>
                    </a:cubicBezTo>
                    <a:cubicBezTo>
                      <a:pt x="257673" y="20635"/>
                      <a:pt x="276469" y="32605"/>
                      <a:pt x="292585" y="48224"/>
                    </a:cubicBezTo>
                    <a:lnTo>
                      <a:pt x="277268" y="78207"/>
                    </a:lnTo>
                    <a:close/>
                  </a:path>
                </a:pathLst>
              </a:custGeom>
              <a:solidFill>
                <a:srgbClr val="FFFFFF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 25">
                <a:extLst>
                  <a:ext uri="{FF2B5EF4-FFF2-40B4-BE49-F238E27FC236}">
                    <a16:creationId xmlns:a16="http://schemas.microsoft.com/office/drawing/2014/main" id="{116B3606-F62B-F892-1287-2D61630066BE}"/>
                  </a:ext>
                </a:extLst>
              </p:cNvPr>
              <p:cNvSpPr/>
              <p:nvPr/>
            </p:nvSpPr>
            <p:spPr>
              <a:xfrm>
                <a:off x="6529872" y="1911778"/>
                <a:ext cx="460896" cy="477108"/>
              </a:xfrm>
              <a:custGeom>
                <a:avLst/>
                <a:gdLst>
                  <a:gd name="connsiteX0" fmla="*/ 460896 w 460896"/>
                  <a:gd name="connsiteY0" fmla="*/ 238868 h 477108"/>
                  <a:gd name="connsiteX1" fmla="*/ 444267 w 460896"/>
                  <a:gd name="connsiteY1" fmla="*/ 335173 h 477108"/>
                  <a:gd name="connsiteX2" fmla="*/ 397291 w 460896"/>
                  <a:gd name="connsiteY2" fmla="*/ 410615 h 477108"/>
                  <a:gd name="connsiteX3" fmla="*/ 324387 w 460896"/>
                  <a:gd name="connsiteY3" fmla="*/ 459666 h 477108"/>
                  <a:gd name="connsiteX4" fmla="*/ 230291 w 460896"/>
                  <a:gd name="connsiteY4" fmla="*/ 477108 h 477108"/>
                  <a:gd name="connsiteX5" fmla="*/ 136338 w 460896"/>
                  <a:gd name="connsiteY5" fmla="*/ 459666 h 477108"/>
                  <a:gd name="connsiteX6" fmla="*/ 63605 w 460896"/>
                  <a:gd name="connsiteY6" fmla="*/ 410615 h 477108"/>
                  <a:gd name="connsiteX7" fmla="*/ 16657 w 460896"/>
                  <a:gd name="connsiteY7" fmla="*/ 335173 h 477108"/>
                  <a:gd name="connsiteX8" fmla="*/ 0 w 460896"/>
                  <a:gd name="connsiteY8" fmla="*/ 238868 h 477108"/>
                  <a:gd name="connsiteX9" fmla="*/ 16657 w 460896"/>
                  <a:gd name="connsiteY9" fmla="*/ 142591 h 477108"/>
                  <a:gd name="connsiteX10" fmla="*/ 63605 w 460896"/>
                  <a:gd name="connsiteY10" fmla="*/ 66978 h 477108"/>
                  <a:gd name="connsiteX11" fmla="*/ 136338 w 460896"/>
                  <a:gd name="connsiteY11" fmla="*/ 17585 h 477108"/>
                  <a:gd name="connsiteX12" fmla="*/ 230291 w 460896"/>
                  <a:gd name="connsiteY12" fmla="*/ 0 h 477108"/>
                  <a:gd name="connsiteX13" fmla="*/ 324387 w 460896"/>
                  <a:gd name="connsiteY13" fmla="*/ 17585 h 477108"/>
                  <a:gd name="connsiteX14" fmla="*/ 397291 w 460896"/>
                  <a:gd name="connsiteY14" fmla="*/ 66978 h 477108"/>
                  <a:gd name="connsiteX15" fmla="*/ 444267 w 460896"/>
                  <a:gd name="connsiteY15" fmla="*/ 142591 h 477108"/>
                  <a:gd name="connsiteX16" fmla="*/ 460896 w 460896"/>
                  <a:gd name="connsiteY16" fmla="*/ 238868 h 477108"/>
                  <a:gd name="connsiteX17" fmla="*/ 396007 w 460896"/>
                  <a:gd name="connsiteY17" fmla="*/ 238868 h 477108"/>
                  <a:gd name="connsiteX18" fmla="*/ 384285 w 460896"/>
                  <a:gd name="connsiteY18" fmla="*/ 161630 h 477108"/>
                  <a:gd name="connsiteX19" fmla="*/ 350999 w 460896"/>
                  <a:gd name="connsiteY19" fmla="*/ 103772 h 477108"/>
                  <a:gd name="connsiteX20" fmla="*/ 298802 w 460896"/>
                  <a:gd name="connsiteY20" fmla="*/ 67434 h 477108"/>
                  <a:gd name="connsiteX21" fmla="*/ 230291 w 460896"/>
                  <a:gd name="connsiteY21" fmla="*/ 54751 h 477108"/>
                  <a:gd name="connsiteX22" fmla="*/ 162122 w 460896"/>
                  <a:gd name="connsiteY22" fmla="*/ 67434 h 477108"/>
                  <a:gd name="connsiteX23" fmla="*/ 109783 w 460896"/>
                  <a:gd name="connsiteY23" fmla="*/ 103772 h 477108"/>
                  <a:gd name="connsiteX24" fmla="*/ 76355 w 460896"/>
                  <a:gd name="connsiteY24" fmla="*/ 161630 h 477108"/>
                  <a:gd name="connsiteX25" fmla="*/ 64603 w 460896"/>
                  <a:gd name="connsiteY25" fmla="*/ 238868 h 477108"/>
                  <a:gd name="connsiteX26" fmla="*/ 76355 w 460896"/>
                  <a:gd name="connsiteY26" fmla="*/ 315963 h 477108"/>
                  <a:gd name="connsiteX27" fmla="*/ 109783 w 460896"/>
                  <a:gd name="connsiteY27" fmla="*/ 373649 h 477108"/>
                  <a:gd name="connsiteX28" fmla="*/ 162122 w 460896"/>
                  <a:gd name="connsiteY28" fmla="*/ 409817 h 477108"/>
                  <a:gd name="connsiteX29" fmla="*/ 230291 w 460896"/>
                  <a:gd name="connsiteY29" fmla="*/ 422386 h 477108"/>
                  <a:gd name="connsiteX30" fmla="*/ 298802 w 460896"/>
                  <a:gd name="connsiteY30" fmla="*/ 409817 h 477108"/>
                  <a:gd name="connsiteX31" fmla="*/ 350999 w 460896"/>
                  <a:gd name="connsiteY31" fmla="*/ 373649 h 477108"/>
                  <a:gd name="connsiteX32" fmla="*/ 384285 w 460896"/>
                  <a:gd name="connsiteY32" fmla="*/ 315963 h 477108"/>
                  <a:gd name="connsiteX33" fmla="*/ 396007 w 460896"/>
                  <a:gd name="connsiteY33" fmla="*/ 238868 h 4771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60896" h="477108">
                    <a:moveTo>
                      <a:pt x="460896" y="238868"/>
                    </a:moveTo>
                    <a:cubicBezTo>
                      <a:pt x="460896" y="273867"/>
                      <a:pt x="455363" y="305959"/>
                      <a:pt x="444267" y="335173"/>
                    </a:cubicBezTo>
                    <a:cubicBezTo>
                      <a:pt x="433172" y="364386"/>
                      <a:pt x="417513" y="389553"/>
                      <a:pt x="397291" y="410615"/>
                    </a:cubicBezTo>
                    <a:cubicBezTo>
                      <a:pt x="377068" y="431706"/>
                      <a:pt x="352767" y="448066"/>
                      <a:pt x="324387" y="459666"/>
                    </a:cubicBezTo>
                    <a:cubicBezTo>
                      <a:pt x="296007" y="471294"/>
                      <a:pt x="264632" y="477108"/>
                      <a:pt x="230291" y="477108"/>
                    </a:cubicBezTo>
                    <a:cubicBezTo>
                      <a:pt x="195950" y="477108"/>
                      <a:pt x="164632" y="471294"/>
                      <a:pt x="136338" y="459666"/>
                    </a:cubicBezTo>
                    <a:cubicBezTo>
                      <a:pt x="108100" y="448066"/>
                      <a:pt x="83856" y="431677"/>
                      <a:pt x="63605" y="410615"/>
                    </a:cubicBezTo>
                    <a:cubicBezTo>
                      <a:pt x="43383" y="389553"/>
                      <a:pt x="27752" y="364386"/>
                      <a:pt x="16657" y="335173"/>
                    </a:cubicBezTo>
                    <a:cubicBezTo>
                      <a:pt x="5562" y="305959"/>
                      <a:pt x="0" y="273867"/>
                      <a:pt x="0" y="238868"/>
                    </a:cubicBezTo>
                    <a:cubicBezTo>
                      <a:pt x="0" y="203868"/>
                      <a:pt x="5562" y="171805"/>
                      <a:pt x="16657" y="142591"/>
                    </a:cubicBezTo>
                    <a:cubicBezTo>
                      <a:pt x="27752" y="113377"/>
                      <a:pt x="43411" y="88154"/>
                      <a:pt x="63605" y="66978"/>
                    </a:cubicBezTo>
                    <a:cubicBezTo>
                      <a:pt x="83856" y="45773"/>
                      <a:pt x="108100" y="29328"/>
                      <a:pt x="136338" y="17585"/>
                    </a:cubicBezTo>
                    <a:cubicBezTo>
                      <a:pt x="164604" y="5871"/>
                      <a:pt x="195921" y="0"/>
                      <a:pt x="230291" y="0"/>
                    </a:cubicBezTo>
                    <a:cubicBezTo>
                      <a:pt x="264661" y="0"/>
                      <a:pt x="296007" y="5871"/>
                      <a:pt x="324387" y="17585"/>
                    </a:cubicBezTo>
                    <a:cubicBezTo>
                      <a:pt x="352767" y="29328"/>
                      <a:pt x="377068" y="45773"/>
                      <a:pt x="397291" y="66978"/>
                    </a:cubicBezTo>
                    <a:cubicBezTo>
                      <a:pt x="417542" y="88154"/>
                      <a:pt x="433172" y="113377"/>
                      <a:pt x="444267" y="142591"/>
                    </a:cubicBezTo>
                    <a:cubicBezTo>
                      <a:pt x="455363" y="171805"/>
                      <a:pt x="460896" y="203897"/>
                      <a:pt x="460896" y="238868"/>
                    </a:cubicBezTo>
                    <a:close/>
                    <a:moveTo>
                      <a:pt x="396007" y="238868"/>
                    </a:moveTo>
                    <a:cubicBezTo>
                      <a:pt x="396007" y="210196"/>
                      <a:pt x="392128" y="184459"/>
                      <a:pt x="384285" y="161630"/>
                    </a:cubicBezTo>
                    <a:cubicBezTo>
                      <a:pt x="376441" y="138829"/>
                      <a:pt x="365346" y="119534"/>
                      <a:pt x="350999" y="103772"/>
                    </a:cubicBezTo>
                    <a:cubicBezTo>
                      <a:pt x="336652" y="88011"/>
                      <a:pt x="319253" y="75898"/>
                      <a:pt x="298802" y="67434"/>
                    </a:cubicBezTo>
                    <a:cubicBezTo>
                      <a:pt x="278380" y="58969"/>
                      <a:pt x="255534" y="54751"/>
                      <a:pt x="230291" y="54751"/>
                    </a:cubicBezTo>
                    <a:cubicBezTo>
                      <a:pt x="205048" y="54751"/>
                      <a:pt x="182544" y="58969"/>
                      <a:pt x="162122" y="67434"/>
                    </a:cubicBezTo>
                    <a:cubicBezTo>
                      <a:pt x="141700" y="75898"/>
                      <a:pt x="124216" y="88011"/>
                      <a:pt x="109783" y="103772"/>
                    </a:cubicBezTo>
                    <a:cubicBezTo>
                      <a:pt x="95322" y="119562"/>
                      <a:pt x="84170" y="138829"/>
                      <a:pt x="76355" y="161630"/>
                    </a:cubicBezTo>
                    <a:cubicBezTo>
                      <a:pt x="68511" y="184431"/>
                      <a:pt x="64603" y="210196"/>
                      <a:pt x="64603" y="238868"/>
                    </a:cubicBezTo>
                    <a:cubicBezTo>
                      <a:pt x="64603" y="267540"/>
                      <a:pt x="68511" y="293248"/>
                      <a:pt x="76355" y="315963"/>
                    </a:cubicBezTo>
                    <a:cubicBezTo>
                      <a:pt x="84170" y="338678"/>
                      <a:pt x="95322" y="357917"/>
                      <a:pt x="109783" y="373649"/>
                    </a:cubicBezTo>
                    <a:cubicBezTo>
                      <a:pt x="124244" y="389410"/>
                      <a:pt x="141700" y="401466"/>
                      <a:pt x="162122" y="409817"/>
                    </a:cubicBezTo>
                    <a:cubicBezTo>
                      <a:pt x="182544" y="418168"/>
                      <a:pt x="205305" y="422386"/>
                      <a:pt x="230291" y="422386"/>
                    </a:cubicBezTo>
                    <a:cubicBezTo>
                      <a:pt x="255277" y="422386"/>
                      <a:pt x="278352" y="418196"/>
                      <a:pt x="298802" y="409817"/>
                    </a:cubicBezTo>
                    <a:cubicBezTo>
                      <a:pt x="319224" y="401466"/>
                      <a:pt x="336652" y="389410"/>
                      <a:pt x="350999" y="373649"/>
                    </a:cubicBezTo>
                    <a:cubicBezTo>
                      <a:pt x="365346" y="357888"/>
                      <a:pt x="376441" y="338678"/>
                      <a:pt x="384285" y="315963"/>
                    </a:cubicBezTo>
                    <a:cubicBezTo>
                      <a:pt x="392128" y="293276"/>
                      <a:pt x="396007" y="267568"/>
                      <a:pt x="396007" y="2388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sp>
        <p:nvSpPr>
          <p:cNvPr id="2" name="Retângulo 1"/>
          <p:cNvSpPr/>
          <p:nvPr/>
        </p:nvSpPr>
        <p:spPr>
          <a:xfrm>
            <a:off x="2743801" y="3273453"/>
            <a:ext cx="60025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perspectiveHeroicExtremeRightFacing"/>
              <a:lightRig rig="threePt" dir="t"/>
            </a:scene3d>
          </a:bodyPr>
          <a:lstStyle/>
          <a:p>
            <a:pPr algn="ctr"/>
            <a:r>
              <a:rPr lang="pt-BR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Relatório de Sinistro</a:t>
            </a:r>
            <a:endParaRPr lang="pt-BR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4606554" y="4857967"/>
            <a:ext cx="1619250" cy="70826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BackOffice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08745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2E38-D90C-5307-3EEE-BA8967454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ela 15">
            <a:extLst>
              <a:ext uri="{FF2B5EF4-FFF2-40B4-BE49-F238E27FC236}">
                <a16:creationId xmlns:a16="http://schemas.microsoft.com/office/drawing/2014/main" id="{55F0BC1B-2CBA-57F2-1172-CA44021AA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752581"/>
              </p:ext>
            </p:extLst>
          </p:nvPr>
        </p:nvGraphicFramePr>
        <p:xfrm>
          <a:off x="24062" y="865786"/>
          <a:ext cx="12134949" cy="10287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70021">
                  <a:extLst>
                    <a:ext uri="{9D8B030D-6E8A-4147-A177-3AD203B41FA5}">
                      <a16:colId xmlns:a16="http://schemas.microsoft.com/office/drawing/2014/main" val="384706567"/>
                    </a:ext>
                  </a:extLst>
                </a:gridCol>
                <a:gridCol w="1696453">
                  <a:extLst>
                    <a:ext uri="{9D8B030D-6E8A-4147-A177-3AD203B41FA5}">
                      <a16:colId xmlns:a16="http://schemas.microsoft.com/office/drawing/2014/main" val="512943861"/>
                    </a:ext>
                  </a:extLst>
                </a:gridCol>
                <a:gridCol w="1479884">
                  <a:extLst>
                    <a:ext uri="{9D8B030D-6E8A-4147-A177-3AD203B41FA5}">
                      <a16:colId xmlns:a16="http://schemas.microsoft.com/office/drawing/2014/main" val="2446122590"/>
                    </a:ext>
                  </a:extLst>
                </a:gridCol>
                <a:gridCol w="1082842">
                  <a:extLst>
                    <a:ext uri="{9D8B030D-6E8A-4147-A177-3AD203B41FA5}">
                      <a16:colId xmlns:a16="http://schemas.microsoft.com/office/drawing/2014/main" val="2438381391"/>
                    </a:ext>
                  </a:extLst>
                </a:gridCol>
                <a:gridCol w="1215189">
                  <a:extLst>
                    <a:ext uri="{9D8B030D-6E8A-4147-A177-3AD203B41FA5}">
                      <a16:colId xmlns:a16="http://schemas.microsoft.com/office/drawing/2014/main" val="3451794111"/>
                    </a:ext>
                  </a:extLst>
                </a:gridCol>
                <a:gridCol w="799894">
                  <a:extLst>
                    <a:ext uri="{9D8B030D-6E8A-4147-A177-3AD203B41FA5}">
                      <a16:colId xmlns:a16="http://schemas.microsoft.com/office/drawing/2014/main" val="1760146592"/>
                    </a:ext>
                  </a:extLst>
                </a:gridCol>
                <a:gridCol w="1500845">
                  <a:extLst>
                    <a:ext uri="{9D8B030D-6E8A-4147-A177-3AD203B41FA5}">
                      <a16:colId xmlns:a16="http://schemas.microsoft.com/office/drawing/2014/main" val="455817242"/>
                    </a:ext>
                  </a:extLst>
                </a:gridCol>
                <a:gridCol w="835147">
                  <a:extLst>
                    <a:ext uri="{9D8B030D-6E8A-4147-A177-3AD203B41FA5}">
                      <a16:colId xmlns:a16="http://schemas.microsoft.com/office/drawing/2014/main" val="431909340"/>
                    </a:ext>
                  </a:extLst>
                </a:gridCol>
                <a:gridCol w="871458">
                  <a:extLst>
                    <a:ext uri="{9D8B030D-6E8A-4147-A177-3AD203B41FA5}">
                      <a16:colId xmlns:a16="http://schemas.microsoft.com/office/drawing/2014/main" val="2098382113"/>
                    </a:ext>
                  </a:extLst>
                </a:gridCol>
                <a:gridCol w="1040908">
                  <a:extLst>
                    <a:ext uri="{9D8B030D-6E8A-4147-A177-3AD203B41FA5}">
                      <a16:colId xmlns:a16="http://schemas.microsoft.com/office/drawing/2014/main" val="3426049648"/>
                    </a:ext>
                  </a:extLst>
                </a:gridCol>
                <a:gridCol w="842308">
                  <a:extLst>
                    <a:ext uri="{9D8B030D-6E8A-4147-A177-3AD203B41FA5}">
                      <a16:colId xmlns:a16="http://schemas.microsoft.com/office/drawing/2014/main" val="2119682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Data</a:t>
                      </a:r>
                      <a:r>
                        <a:rPr lang="pt-BR" sz="1200" baseline="0" dirty="0"/>
                        <a:t> do Sinistro</a:t>
                      </a:r>
                      <a:endParaRPr lang="pt-B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Origem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Destino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Carga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Transportadora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Placa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Motorista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Valor Carga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Prejuízo Estimado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 Tipo Carga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Faixa Temp.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5001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err="1"/>
                        <a:t>Info_DT_Sinistro</a:t>
                      </a:r>
                      <a:endParaRPr lang="pt-B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err="1"/>
                        <a:t>Info_CidadeOrigem</a:t>
                      </a:r>
                      <a:endParaRPr lang="pt-B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Info_Cid_Destino</a:t>
                      </a:r>
                      <a:endParaRPr lang="pt-B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Info_Carga</a:t>
                      </a:r>
                      <a:endParaRPr lang="pt-BR" sz="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Info_Transp</a:t>
                      </a:r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Info_Placa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Info_mot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Info_VlCarga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Info_Prejuizo</a:t>
                      </a:r>
                      <a:endParaRPr lang="pt-BR" sz="3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pt-BR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CONGELADA / RESFRIADA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-12° a -15° / 0° a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8510254"/>
                  </a:ext>
                </a:extLst>
              </a:tr>
            </a:tbl>
          </a:graphicData>
        </a:graphic>
      </p:graphicFrame>
      <p:graphicFrame>
        <p:nvGraphicFramePr>
          <p:cNvPr id="33" name="Tabela 16">
            <a:extLst>
              <a:ext uri="{FF2B5EF4-FFF2-40B4-BE49-F238E27FC236}">
                <a16:creationId xmlns:a16="http://schemas.microsoft.com/office/drawing/2014/main" id="{CB3EA96D-0762-BF7C-F1BA-FAF8492452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768480"/>
              </p:ext>
            </p:extLst>
          </p:nvPr>
        </p:nvGraphicFramePr>
        <p:xfrm>
          <a:off x="24061" y="2115682"/>
          <a:ext cx="12134949" cy="1155192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213494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257695">
                <a:tc>
                  <a:txBody>
                    <a:bodyPr/>
                    <a:lstStyle/>
                    <a:p>
                      <a:r>
                        <a:rPr lang="pt-BR" sz="1400" dirty="0"/>
                        <a:t>Resumo Ocorrência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r>
                        <a:rPr lang="pt-BR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Info_Desc</a:t>
                      </a:r>
                      <a:endParaRPr lang="pt-B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pic>
        <p:nvPicPr>
          <p:cNvPr id="20" name="Imagem 19">
            <a:extLst>
              <a:ext uri="{FF2B5EF4-FFF2-40B4-BE49-F238E27FC236}">
                <a16:creationId xmlns:a16="http://schemas.microsoft.com/office/drawing/2014/main" id="{A24192D6-83FD-291A-B937-3F9A746EF7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49080"/>
            <a:ext cx="1491851" cy="790459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8ED6CF6C-C7C9-FEDA-D025-B47DAF557881}"/>
              </a:ext>
            </a:extLst>
          </p:cNvPr>
          <p:cNvSpPr txBox="1"/>
          <p:nvPr/>
        </p:nvSpPr>
        <p:spPr>
          <a:xfrm>
            <a:off x="1722220" y="14217"/>
            <a:ext cx="1058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– CAUSA –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Info_CidadeOrigem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Info_Cid_Origem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-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Info_Uf_Origem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x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Info_Cid_Destino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</a:p>
          <a:p>
            <a:r>
              <a:rPr lang="pt-BR" sz="1100" dirty="0">
                <a:solidFill>
                  <a:srgbClr val="FFC000"/>
                </a:solidFill>
                <a:latin typeface="Calibri" panose="020F0502020204030204" pitchFamily="34" charset="0"/>
              </a:rPr>
              <a:t>BACKOFFICE - SINISTRO</a:t>
            </a:r>
            <a:r>
              <a:rPr lang="pt-BR" dirty="0"/>
              <a:t> 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A02E1CD-E44B-BBBE-E543-296582838B3C}"/>
              </a:ext>
            </a:extLst>
          </p:cNvPr>
          <p:cNvCxnSpPr/>
          <p:nvPr/>
        </p:nvCxnSpPr>
        <p:spPr>
          <a:xfrm flipH="1">
            <a:off x="1722220" y="14217"/>
            <a:ext cx="1" cy="85156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ela 40">
            <a:extLst>
              <a:ext uri="{FF2B5EF4-FFF2-40B4-BE49-F238E27FC236}">
                <a16:creationId xmlns:a16="http://schemas.microsoft.com/office/drawing/2014/main" id="{95684447-BD9B-9A48-36F6-7AFD96FEE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236438"/>
              </p:ext>
            </p:extLst>
          </p:nvPr>
        </p:nvGraphicFramePr>
        <p:xfrm>
          <a:off x="24061" y="3291365"/>
          <a:ext cx="12134949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494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ANÁLISE DA VIAGEM – </a:t>
                      </a:r>
                      <a:r>
                        <a:rPr lang="pt-BR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Info_Inicio_Carreg</a:t>
                      </a:r>
                      <a:r>
                        <a:rPr lang="pt-BR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às</a:t>
                      </a:r>
                      <a:r>
                        <a:rPr lang="pt-BR" sz="14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b="1" kern="1200" baseline="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Info_Fim_Carreg</a:t>
                      </a:r>
                      <a:endParaRPr lang="pt-BR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sp>
        <p:nvSpPr>
          <p:cNvPr id="2" name="AutoShape 2">
            <a:extLst>
              <a:ext uri="{FF2B5EF4-FFF2-40B4-BE49-F238E27FC236}">
                <a16:creationId xmlns:a16="http://schemas.microsoft.com/office/drawing/2014/main" id="{CF8A11D5-8310-3282-2201-18ECF6C4CB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16538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7F75CD7-36AC-AD4A-7B90-B9A37C3529E5}"/>
              </a:ext>
            </a:extLst>
          </p:cNvPr>
          <p:cNvSpPr txBox="1"/>
          <p:nvPr/>
        </p:nvSpPr>
        <p:spPr>
          <a:xfrm>
            <a:off x="8934402" y="3616656"/>
            <a:ext cx="3178835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MOTORISTA </a:t>
            </a:r>
          </a:p>
          <a:p>
            <a:r>
              <a:rPr lang="pt-BR" sz="1200" dirty="0" err="1"/>
              <a:t>Info_mot</a:t>
            </a:r>
            <a:endParaRPr lang="pt-BR" sz="500" dirty="0"/>
          </a:p>
          <a:p>
            <a:r>
              <a:rPr lang="pt-BR" sz="1200" dirty="0" err="1"/>
              <a:t>Qtde</a:t>
            </a:r>
            <a:r>
              <a:rPr lang="pt-BR" sz="1200" dirty="0"/>
              <a:t> de Cargas: </a:t>
            </a:r>
            <a:r>
              <a:rPr lang="pt-BR" sz="1200" dirty="0" err="1"/>
              <a:t>Info_Qte_Cargas</a:t>
            </a:r>
            <a:endParaRPr lang="pt-BR" sz="1200" dirty="0"/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217543B-1E14-17D0-1C0D-BBE3A08ED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506" y="4970672"/>
            <a:ext cx="1700541" cy="166559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D4CD897-161E-BEDA-C58B-921737432A8C}"/>
              </a:ext>
            </a:extLst>
          </p:cNvPr>
          <p:cNvSpPr txBox="1"/>
          <p:nvPr/>
        </p:nvSpPr>
        <p:spPr>
          <a:xfrm>
            <a:off x="45020" y="3621230"/>
            <a:ext cx="4785654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highlight>
                  <a:srgbClr val="FFFF00"/>
                </a:highlight>
              </a:rPr>
              <a:t>CRLV </a:t>
            </a:r>
          </a:p>
          <a:p>
            <a:r>
              <a:rPr lang="pt-BR" sz="1200" dirty="0">
                <a:highlight>
                  <a:srgbClr val="FFFF00"/>
                </a:highlight>
              </a:rPr>
              <a:t>RENAVAM  00698416775</a:t>
            </a:r>
          </a:p>
          <a:p>
            <a:r>
              <a:rPr lang="pt-BR" sz="1200" dirty="0">
                <a:highlight>
                  <a:srgbClr val="FFFF00"/>
                </a:highlight>
              </a:rPr>
              <a:t>ANO FAB/MODELO 1997</a:t>
            </a:r>
          </a:p>
          <a:p>
            <a:r>
              <a:rPr lang="pt-BR" sz="1200" dirty="0">
                <a:highlight>
                  <a:srgbClr val="FFFF00"/>
                </a:highlight>
              </a:rPr>
              <a:t>M/BENZ 1720</a:t>
            </a:r>
          </a:p>
          <a:p>
            <a:r>
              <a:rPr lang="pt-BR" sz="1200" dirty="0">
                <a:highlight>
                  <a:srgbClr val="FFFF00"/>
                </a:highlight>
              </a:rPr>
              <a:t>COR BRANCO</a:t>
            </a:r>
          </a:p>
          <a:p>
            <a:r>
              <a:rPr lang="pt-BR" sz="1200" dirty="0">
                <a:highlight>
                  <a:srgbClr val="FFFF00"/>
                </a:highlight>
              </a:rPr>
              <a:t>CABO FRIO RJ</a:t>
            </a:r>
          </a:p>
          <a:p>
            <a:r>
              <a:rPr lang="pt-BR" sz="1200" dirty="0">
                <a:highlight>
                  <a:srgbClr val="FFFF00"/>
                </a:highlight>
              </a:rPr>
              <a:t>PROP: CLAUDIO F. CABRAL</a:t>
            </a:r>
          </a:p>
          <a:p>
            <a:r>
              <a:rPr lang="pt-BR" sz="1200" dirty="0">
                <a:highlight>
                  <a:srgbClr val="FFFF00"/>
                </a:highlight>
              </a:rPr>
              <a:t>CPF: 659.639.207-44</a:t>
            </a: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4FAD3D5-8EEB-CE1D-D08F-3885502EAC54}"/>
              </a:ext>
            </a:extLst>
          </p:cNvPr>
          <p:cNvSpPr txBox="1"/>
          <p:nvPr/>
        </p:nvSpPr>
        <p:spPr>
          <a:xfrm>
            <a:off x="4830674" y="3612614"/>
            <a:ext cx="2142788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highlight>
                  <a:srgbClr val="FFFF00"/>
                </a:highlight>
              </a:rPr>
              <a:t>RASTREADOR</a:t>
            </a:r>
          </a:p>
          <a:p>
            <a:r>
              <a:rPr lang="pt-BR" sz="1200" dirty="0">
                <a:highlight>
                  <a:srgbClr val="FFFF00"/>
                </a:highlight>
              </a:rPr>
              <a:t>ID: 6020607</a:t>
            </a:r>
          </a:p>
          <a:p>
            <a:r>
              <a:rPr lang="pt-BR" sz="1200" dirty="0">
                <a:highlight>
                  <a:srgbClr val="FFFF00"/>
                </a:highlight>
              </a:rPr>
              <a:t>TECNOLOGIA OMNILINK</a:t>
            </a:r>
          </a:p>
          <a:p>
            <a:r>
              <a:rPr lang="pt-BR" sz="1200" dirty="0">
                <a:highlight>
                  <a:srgbClr val="FFFF00"/>
                </a:highlight>
              </a:rPr>
              <a:t>PRODUTO: RASTREADOR INTELIGENTE RI4484</a:t>
            </a:r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53694EA-4AD4-5D04-D538-DF7971ED9E95}"/>
              </a:ext>
            </a:extLst>
          </p:cNvPr>
          <p:cNvSpPr txBox="1"/>
          <p:nvPr/>
        </p:nvSpPr>
        <p:spPr>
          <a:xfrm>
            <a:off x="6973462" y="3621230"/>
            <a:ext cx="1960940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highlight>
                  <a:srgbClr val="FFFF00"/>
                </a:highlight>
              </a:rPr>
              <a:t>ANTT 055270311</a:t>
            </a:r>
          </a:p>
          <a:p>
            <a:r>
              <a:rPr lang="pt-BR" sz="1200" dirty="0">
                <a:highlight>
                  <a:srgbClr val="FFFF00"/>
                </a:highlight>
              </a:rPr>
              <a:t>CLAUDIO FERREIRA CABRAL</a:t>
            </a:r>
          </a:p>
          <a:p>
            <a:r>
              <a:rPr lang="pt-BR" sz="1200" dirty="0">
                <a:highlight>
                  <a:srgbClr val="FFFF00"/>
                </a:highlight>
              </a:rPr>
              <a:t>DESDE:23/08/2022</a:t>
            </a:r>
          </a:p>
          <a:p>
            <a:r>
              <a:rPr lang="pt-BR" sz="1200" dirty="0">
                <a:highlight>
                  <a:srgbClr val="FFFF00"/>
                </a:highlight>
              </a:rPr>
              <a:t>VÁLIDO: 23/08/2027</a:t>
            </a: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D1DE8C3-B6DB-819E-B580-D38E1FE0F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140" y="4655126"/>
            <a:ext cx="3005462" cy="215580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E51DCE1-34A7-8C24-0DE0-B7D60EEE54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389" y="5363580"/>
            <a:ext cx="1863086" cy="1257267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C56DA7A-D3E7-764B-503D-4FE2E811DE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2530" y="4734880"/>
            <a:ext cx="1840836" cy="190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685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48665-1EAC-27DC-10E8-F995CF26A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m 27">
            <a:extLst>
              <a:ext uri="{FF2B5EF4-FFF2-40B4-BE49-F238E27FC236}">
                <a16:creationId xmlns:a16="http://schemas.microsoft.com/office/drawing/2014/main" id="{A24192D6-83FD-291A-B937-3F9A746EF7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49080"/>
            <a:ext cx="1491851" cy="790459"/>
          </a:xfrm>
          <a:prstGeom prst="rect">
            <a:avLst/>
          </a:prstGeom>
        </p:spPr>
      </p:pic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7A02E1CD-E44B-BBBE-E543-296582838B3C}"/>
              </a:ext>
            </a:extLst>
          </p:cNvPr>
          <p:cNvCxnSpPr/>
          <p:nvPr/>
        </p:nvCxnSpPr>
        <p:spPr>
          <a:xfrm flipH="1">
            <a:off x="1722220" y="14217"/>
            <a:ext cx="1" cy="85156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6" y="1170585"/>
            <a:ext cx="12173744" cy="5687415"/>
          </a:xfrm>
          <a:prstGeom prst="rect">
            <a:avLst/>
          </a:prstGeom>
        </p:spPr>
      </p:pic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BC8F5199-5F36-B73B-8E1D-5A2ABA1F56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902210"/>
              </p:ext>
            </p:extLst>
          </p:nvPr>
        </p:nvGraphicFramePr>
        <p:xfrm>
          <a:off x="0" y="816005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ANÁLISE DA VIAGEM – </a:t>
                      </a:r>
                      <a:r>
                        <a:rPr lang="pt-BR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Info_Inicio_Carreg</a:t>
                      </a:r>
                      <a:r>
                        <a:rPr lang="pt-BR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às</a:t>
                      </a:r>
                      <a:r>
                        <a:rPr lang="pt-BR" sz="14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b="1" kern="1200" baseline="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Info_Fim_Carreg</a:t>
                      </a:r>
                      <a:endParaRPr lang="pt-BR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3869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2E38-D90C-5307-3EEE-BA8967454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>
            <a:extLst>
              <a:ext uri="{FF2B5EF4-FFF2-40B4-BE49-F238E27FC236}">
                <a16:creationId xmlns:a16="http://schemas.microsoft.com/office/drawing/2014/main" id="{A24192D6-83FD-291A-B937-3F9A746EF7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49080"/>
            <a:ext cx="1491851" cy="790459"/>
          </a:xfrm>
          <a:prstGeom prst="rect">
            <a:avLst/>
          </a:prstGeom>
        </p:spPr>
      </p:pic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A02E1CD-E44B-BBBE-E543-296582838B3C}"/>
              </a:ext>
            </a:extLst>
          </p:cNvPr>
          <p:cNvCxnSpPr/>
          <p:nvPr/>
        </p:nvCxnSpPr>
        <p:spPr>
          <a:xfrm flipH="1">
            <a:off x="1722220" y="14217"/>
            <a:ext cx="1" cy="85156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3AD03C3B-7F56-D783-8B28-6A1358755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572997"/>
              </p:ext>
            </p:extLst>
          </p:nvPr>
        </p:nvGraphicFramePr>
        <p:xfrm>
          <a:off x="0" y="4057695"/>
          <a:ext cx="12183073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3073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dirty="0"/>
                        <a:t>Time </a:t>
                      </a:r>
                      <a:r>
                        <a:rPr lang="pt-BR" sz="1400" b="1" dirty="0" err="1"/>
                        <a:t>Line</a:t>
                      </a:r>
                      <a:r>
                        <a:rPr lang="pt-BR" sz="1400" b="1" dirty="0"/>
                        <a:t> </a:t>
                      </a:r>
                      <a:r>
                        <a:rPr lang="pt-BR" sz="14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Info_CidadeOrigem</a:t>
                      </a:r>
                      <a:r>
                        <a:rPr lang="pt-BR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b="1" dirty="0"/>
                        <a:t>&gt;&gt; </a:t>
                      </a:r>
                      <a:r>
                        <a:rPr lang="pt-BR" sz="1400" b="1" dirty="0" err="1"/>
                        <a:t>Info_Destino</a:t>
                      </a:r>
                      <a:endParaRPr lang="pt-BR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95C1CC23-6C68-E125-7623-A2BCCB6DE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900901"/>
              </p:ext>
            </p:extLst>
          </p:nvPr>
        </p:nvGraphicFramePr>
        <p:xfrm>
          <a:off x="33305" y="5269197"/>
          <a:ext cx="6062696" cy="157204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6062696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281611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bg1"/>
                          </a:solidFill>
                        </a:rPr>
                        <a:t>Percurso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1267249">
                <a:tc>
                  <a:txBody>
                    <a:bodyPr/>
                    <a:lstStyle/>
                    <a:p>
                      <a:r>
                        <a:rPr lang="pt-BR" sz="1200" kern="1200" dirty="0">
                          <a:solidFill>
                            <a:schemeClr val="tx1"/>
                          </a:solidFill>
                        </a:rPr>
                        <a:t>Não foi</a:t>
                      </a:r>
                      <a:r>
                        <a:rPr lang="pt-BR" sz="1200" kern="1200" baseline="0" dirty="0">
                          <a:solidFill>
                            <a:schemeClr val="tx1"/>
                          </a:solidFill>
                        </a:rPr>
                        <a:t> observada variações de temperatura fora do recomendado no ambiente congelado, exceto no recebimento das lojas.</a:t>
                      </a:r>
                      <a:endParaRPr lang="pt-BR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graphicFrame>
        <p:nvGraphicFramePr>
          <p:cNvPr id="21" name="Tabela 16">
            <a:extLst>
              <a:ext uri="{FF2B5EF4-FFF2-40B4-BE49-F238E27FC236}">
                <a16:creationId xmlns:a16="http://schemas.microsoft.com/office/drawing/2014/main" id="{7B9B6B79-34C4-D0F2-F23B-BE3A8A795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791114"/>
              </p:ext>
            </p:extLst>
          </p:nvPr>
        </p:nvGraphicFramePr>
        <p:xfrm>
          <a:off x="6151036" y="5281228"/>
          <a:ext cx="5984479" cy="1536828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598447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13638">
                <a:tc>
                  <a:txBody>
                    <a:bodyPr/>
                    <a:lstStyle/>
                    <a:p>
                      <a:r>
                        <a:rPr lang="pt-BR" sz="1400" dirty="0"/>
                        <a:t>Conclusão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12231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 acordo com as informações e apuração das fotos recebidas, o</a:t>
                      </a:r>
                      <a:r>
                        <a:rPr lang="pt-BR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CD expedidor efetuou a montagem da divisória corretamente, tanto que não houve reclamação da loja 6277 Linha amarela, porém a loja 4060-Barra não efetuou a instalação adequada deixando espaço no teto que foram os responsáveis pela variação de temperatura  no ambiente resfriado onde o recomendado é de 0° a 4° e o apurado foi de até –1,7° ocas</a:t>
                      </a:r>
                      <a:r>
                        <a:rPr lang="pt-BR" sz="1200" dirty="0"/>
                        <a:t>ionando um prejuízo na Loja 6268 – Niterói </a:t>
                      </a:r>
                      <a:r>
                        <a:rPr lang="pt-BR" sz="1200" baseline="0" dirty="0"/>
                        <a:t>de </a:t>
                      </a:r>
                      <a:r>
                        <a:rPr lang="pt-BR" sz="1200" dirty="0"/>
                        <a:t>R$ 74.925.</a:t>
                      </a:r>
                      <a:endParaRPr lang="pt-B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sp>
        <p:nvSpPr>
          <p:cNvPr id="26" name="CaixaDeTexto 25">
            <a:extLst>
              <a:ext uri="{FF2B5EF4-FFF2-40B4-BE49-F238E27FC236}">
                <a16:creationId xmlns:a16="http://schemas.microsoft.com/office/drawing/2014/main" id="{C858C51C-1F45-D71F-A53E-5BE1D7BBB1DD}"/>
              </a:ext>
            </a:extLst>
          </p:cNvPr>
          <p:cNvSpPr txBox="1"/>
          <p:nvPr/>
        </p:nvSpPr>
        <p:spPr>
          <a:xfrm>
            <a:off x="8936182" y="1171480"/>
            <a:ext cx="3199332" cy="286232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CONDIÇÕES CLIMÁTICAS:</a:t>
            </a:r>
          </a:p>
          <a:p>
            <a:r>
              <a:rPr lang="pt-BR" sz="1200" b="1" dirty="0">
                <a:solidFill>
                  <a:schemeClr val="tx1"/>
                </a:solidFill>
              </a:rPr>
              <a:t>DO LOCAL:</a:t>
            </a:r>
          </a:p>
          <a:p>
            <a:r>
              <a:rPr lang="pt-BR" sz="1200" b="1" dirty="0">
                <a:solidFill>
                  <a:schemeClr val="tx1"/>
                </a:solidFill>
              </a:rPr>
              <a:t>FATORES RELEVANTES:</a:t>
            </a: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5D05CED-2AC0-158F-BE0C-37E4DB7DC8B3}"/>
              </a:ext>
            </a:extLst>
          </p:cNvPr>
          <p:cNvSpPr txBox="1"/>
          <p:nvPr/>
        </p:nvSpPr>
        <p:spPr>
          <a:xfrm>
            <a:off x="31928" y="4425742"/>
            <a:ext cx="1853976" cy="8309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ENCOSTA EM DOCA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Info_Doca</a:t>
            </a:r>
            <a:endParaRPr lang="pt-BR" sz="1200" dirty="0"/>
          </a:p>
          <a:p>
            <a:r>
              <a:rPr lang="pt-BR" sz="1200" dirty="0"/>
              <a:t>TEMP. RECOM.: 0° a 7°</a:t>
            </a:r>
          </a:p>
          <a:p>
            <a:r>
              <a:rPr lang="pt-BR" sz="1200" dirty="0"/>
              <a:t>REALIZADA:</a:t>
            </a:r>
            <a:r>
              <a:rPr lang="pt-BR" sz="1200" b="1" dirty="0">
                <a:solidFill>
                  <a:srgbClr val="FF0000"/>
                </a:solidFill>
              </a:rPr>
              <a:t>  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B25B689B-774D-A7B6-D202-EFC0D1BBC32A}"/>
              </a:ext>
            </a:extLst>
          </p:cNvPr>
          <p:cNvSpPr txBox="1"/>
          <p:nvPr/>
        </p:nvSpPr>
        <p:spPr>
          <a:xfrm>
            <a:off x="2054733" y="4437240"/>
            <a:ext cx="1853976" cy="8309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CARREGAMENTO</a:t>
            </a:r>
            <a:r>
              <a:rPr lang="pt-BR" sz="1200" dirty="0"/>
              <a:t>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Info_Inicio_Carreg</a:t>
            </a:r>
            <a:endParaRPr lang="pt-BR" sz="1200" dirty="0"/>
          </a:p>
          <a:p>
            <a:r>
              <a:rPr lang="pt-BR" sz="1200" dirty="0"/>
              <a:t>TEMP. RECOM.: 0° a 7°</a:t>
            </a:r>
          </a:p>
          <a:p>
            <a:r>
              <a:rPr lang="pt-BR" sz="1200" dirty="0"/>
              <a:t>REALIZADA</a:t>
            </a:r>
            <a:r>
              <a:rPr lang="pt-BR" sz="1200" dirty="0">
                <a:solidFill>
                  <a:schemeClr val="tx1"/>
                </a:solidFill>
              </a:rPr>
              <a:t>:</a:t>
            </a:r>
            <a:r>
              <a:rPr lang="pt-BR" sz="1200" b="1" dirty="0">
                <a:solidFill>
                  <a:srgbClr val="FF0000"/>
                </a:solidFill>
              </a:rPr>
              <a:t> </a:t>
            </a:r>
            <a:endParaRPr lang="pt-BR" sz="1200" b="1" dirty="0">
              <a:solidFill>
                <a:srgbClr val="00B050"/>
              </a:solidFill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28F3AAD1-09C4-79F0-3E2F-26EF22CBB35C}"/>
              </a:ext>
            </a:extLst>
          </p:cNvPr>
          <p:cNvSpPr txBox="1"/>
          <p:nvPr/>
        </p:nvSpPr>
        <p:spPr>
          <a:xfrm>
            <a:off x="4102130" y="4428978"/>
            <a:ext cx="1853976" cy="8309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FIM CARREGAMENTO: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Info_Fim_Carreg</a:t>
            </a:r>
            <a:r>
              <a:rPr lang="pt-BR" sz="1200" dirty="0"/>
              <a:t> </a:t>
            </a:r>
          </a:p>
          <a:p>
            <a:r>
              <a:rPr lang="pt-BR" sz="1200" dirty="0"/>
              <a:t>TEMP. RECOM.: 0° a 7°</a:t>
            </a:r>
          </a:p>
          <a:p>
            <a:r>
              <a:rPr lang="pt-BR" sz="1200" dirty="0"/>
              <a:t>REALIZADA</a:t>
            </a:r>
            <a:r>
              <a:rPr lang="pt-BR" sz="1200" dirty="0">
                <a:solidFill>
                  <a:schemeClr val="tx1"/>
                </a:solidFill>
              </a:rPr>
              <a:t>:</a:t>
            </a:r>
            <a:r>
              <a:rPr lang="pt-BR" sz="1200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5D2DFC6-96A8-0FA9-498D-0F040EA8B65A}"/>
              </a:ext>
            </a:extLst>
          </p:cNvPr>
          <p:cNvSpPr txBox="1"/>
          <p:nvPr/>
        </p:nvSpPr>
        <p:spPr>
          <a:xfrm>
            <a:off x="8206860" y="4425740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DE VIAGEM</a:t>
            </a:r>
            <a:endParaRPr lang="pt-BR" sz="1200" dirty="0"/>
          </a:p>
          <a:p>
            <a:r>
              <a:rPr lang="pt-BR" sz="1200" dirty="0"/>
              <a:t>DATA: </a:t>
            </a:r>
            <a:r>
              <a:rPr lang="pt-BR" sz="1200" dirty="0" err="1"/>
              <a:t>Info_Inicio_Viagem</a:t>
            </a:r>
            <a:endParaRPr lang="pt-BR" sz="1200" dirty="0"/>
          </a:p>
          <a:p>
            <a:r>
              <a:rPr lang="pt-BR" sz="1200" dirty="0"/>
              <a:t>TEMP. RECOM :-12° a -18° REALIZADA: </a:t>
            </a:r>
            <a:r>
              <a:rPr lang="pt-BR" sz="1200" b="1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757025E-FE8B-D0DA-5533-A0B6018CB3BC}"/>
              </a:ext>
            </a:extLst>
          </p:cNvPr>
          <p:cNvSpPr txBox="1"/>
          <p:nvPr/>
        </p:nvSpPr>
        <p:spPr>
          <a:xfrm>
            <a:off x="10283199" y="4425740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CHEGADA EM LOJA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Info_Chegada</a:t>
            </a:r>
            <a:endParaRPr lang="pt-BR" sz="1200" dirty="0"/>
          </a:p>
          <a:p>
            <a:r>
              <a:rPr lang="pt-BR" sz="1200" dirty="0"/>
              <a:t>TEMP. RECOM.:-12° a -15°</a:t>
            </a:r>
          </a:p>
          <a:p>
            <a:r>
              <a:rPr lang="pt-BR" sz="1200" dirty="0"/>
              <a:t>REALIZADA</a:t>
            </a:r>
            <a:r>
              <a:rPr lang="pt-BR" sz="1200" dirty="0">
                <a:solidFill>
                  <a:schemeClr val="tx1"/>
                </a:solidFill>
              </a:rPr>
              <a:t>:</a:t>
            </a:r>
            <a:r>
              <a:rPr lang="pt-BR" sz="1200" dirty="0">
                <a:solidFill>
                  <a:srgbClr val="00B050"/>
                </a:solidFill>
              </a:rPr>
              <a:t> </a:t>
            </a:r>
            <a:r>
              <a:rPr lang="pt-BR" sz="1200" b="1" dirty="0" smtClean="0">
                <a:solidFill>
                  <a:srgbClr val="FF0000"/>
                </a:solidFill>
              </a:rPr>
              <a:t> </a:t>
            </a:r>
            <a:endParaRPr lang="pt-BR" sz="1200" b="1" dirty="0">
              <a:solidFill>
                <a:srgbClr val="FF0000"/>
              </a:solidFill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FC398AA6-AF9B-78C6-2A61-065D8D3C24DC}"/>
              </a:ext>
            </a:extLst>
          </p:cNvPr>
          <p:cNvSpPr txBox="1"/>
          <p:nvPr/>
        </p:nvSpPr>
        <p:spPr>
          <a:xfrm>
            <a:off x="6162006" y="4420192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</a:rPr>
              <a:t>EMISSÃO NF</a:t>
            </a:r>
            <a:r>
              <a:rPr lang="pt-BR" sz="1200" dirty="0">
                <a:solidFill>
                  <a:schemeClr val="tx1"/>
                </a:solidFill>
              </a:rPr>
              <a:t> </a:t>
            </a:r>
          </a:p>
          <a:p>
            <a:r>
              <a:rPr lang="pt-BR" sz="1200" dirty="0">
                <a:solidFill>
                  <a:schemeClr val="tx1"/>
                </a:solidFill>
              </a:rPr>
              <a:t>DATA: </a:t>
            </a:r>
            <a:r>
              <a:rPr lang="pt-BR" sz="1200" dirty="0" err="1">
                <a:solidFill>
                  <a:schemeClr val="tx1"/>
                </a:solidFill>
              </a:rPr>
              <a:t>Info_Emissao_NF</a:t>
            </a:r>
            <a:endParaRPr lang="pt-BR" sz="1200" dirty="0">
              <a:solidFill>
                <a:schemeClr val="tx1"/>
              </a:solidFill>
            </a:endParaRPr>
          </a:p>
          <a:p>
            <a:r>
              <a:rPr lang="pt-BR" sz="1200" dirty="0">
                <a:solidFill>
                  <a:schemeClr val="tx1"/>
                </a:solidFill>
              </a:rPr>
              <a:t>TEMP. RECOM.:-12° a -15°</a:t>
            </a:r>
          </a:p>
          <a:p>
            <a:r>
              <a:rPr lang="pt-BR" sz="1200" dirty="0">
                <a:solidFill>
                  <a:schemeClr val="tx1"/>
                </a:solidFill>
              </a:rPr>
              <a:t>REALIZADA:</a:t>
            </a:r>
            <a:r>
              <a:rPr lang="pt-BR" sz="1200" b="1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B14BE1D-EEAB-D793-5874-582D574FE533}"/>
              </a:ext>
            </a:extLst>
          </p:cNvPr>
          <p:cNvSpPr txBox="1"/>
          <p:nvPr/>
        </p:nvSpPr>
        <p:spPr>
          <a:xfrm>
            <a:off x="29436" y="1176653"/>
            <a:ext cx="8850260" cy="286232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FOTOS DO ACIDENTE</a:t>
            </a:r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dirty="0"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978B2E64-96D9-581F-E502-1FCA2204FA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293086"/>
              </p:ext>
            </p:extLst>
          </p:nvPr>
        </p:nvGraphicFramePr>
        <p:xfrm>
          <a:off x="24061" y="851071"/>
          <a:ext cx="12167939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793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ANÁLISE DA VIAGEM – </a:t>
                      </a:r>
                      <a:r>
                        <a:rPr lang="pt-BR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Info_Inicio_Carreg</a:t>
                      </a:r>
                      <a:r>
                        <a:rPr lang="pt-BR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às</a:t>
                      </a:r>
                      <a:r>
                        <a:rPr lang="pt-BR" sz="14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b="1" kern="1200" baseline="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Info_Fim_Carreg</a:t>
                      </a:r>
                      <a:endParaRPr lang="pt-BR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pic>
        <p:nvPicPr>
          <p:cNvPr id="7" name="Imagem 6" descr="Caminhão de lixo&#10;&#10;O conteúdo gerado por IA pode estar incorreto.">
            <a:extLst>
              <a:ext uri="{FF2B5EF4-FFF2-40B4-BE49-F238E27FC236}">
                <a16:creationId xmlns:a16="http://schemas.microsoft.com/office/drawing/2014/main" id="{DB2CDCDA-7863-642B-77BB-0AC5377F3EA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54" y="1561808"/>
            <a:ext cx="3199332" cy="2399499"/>
          </a:xfrm>
          <a:prstGeom prst="rect">
            <a:avLst/>
          </a:prstGeom>
        </p:spPr>
      </p:pic>
      <p:pic>
        <p:nvPicPr>
          <p:cNvPr id="9" name="Imagem 8" descr="Uma imagem contendo bolsa, comida, diferente, mesa&#10;&#10;O conteúdo gerado por IA pode estar incorreto.">
            <a:extLst>
              <a:ext uri="{FF2B5EF4-FFF2-40B4-BE49-F238E27FC236}">
                <a16:creationId xmlns:a16="http://schemas.microsoft.com/office/drawing/2014/main" id="{1FDA61ED-FB7D-7B60-B1E7-5C18990237F3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113066" y="1847748"/>
            <a:ext cx="2415497" cy="1811623"/>
          </a:xfrm>
          <a:prstGeom prst="rect">
            <a:avLst/>
          </a:prstGeom>
        </p:spPr>
      </p:pic>
      <p:pic>
        <p:nvPicPr>
          <p:cNvPr id="11" name="Imagem 10" descr="Uma imagem contendo pessoa, ao ar livre, estrada, caminhão&#10;&#10;O conteúdo gerado por IA pode estar incorreto.">
            <a:extLst>
              <a:ext uri="{FF2B5EF4-FFF2-40B4-BE49-F238E27FC236}">
                <a16:creationId xmlns:a16="http://schemas.microsoft.com/office/drawing/2014/main" id="{3625760E-6632-4956-670B-4A4C01956968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743" y="2013644"/>
            <a:ext cx="3194236" cy="179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19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4C32C2-D991-AE03-9494-69A564B45C9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7776" y="4827121"/>
            <a:ext cx="1613716" cy="1610210"/>
          </a:xfrm>
          <a:prstGeom prst="rect">
            <a:avLst/>
          </a:prstGeom>
          <a:effectLst>
            <a:outerShdw blurRad="483033" dist="229798" dir="7560000" algn="ctr" rotWithShape="0">
              <a:srgbClr val="000000">
                <a:alpha val="14979"/>
              </a:srgbClr>
            </a:outerShdw>
          </a:effec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88F1BD9B-D50C-D027-677D-1B682CD192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47408" y="3928258"/>
            <a:ext cx="5192666" cy="691870"/>
          </a:xfrm>
          <a:prstGeom prst="rect">
            <a:avLst/>
          </a:prstGeom>
        </p:spPr>
      </p:pic>
      <p:grpSp>
        <p:nvGrpSpPr>
          <p:cNvPr id="7" name="Gráfico 3">
            <a:extLst>
              <a:ext uri="{FF2B5EF4-FFF2-40B4-BE49-F238E27FC236}">
                <a16:creationId xmlns:a16="http://schemas.microsoft.com/office/drawing/2014/main" id="{2D8F3D71-292F-52D2-EDCC-AE90FD9AB54E}"/>
              </a:ext>
            </a:extLst>
          </p:cNvPr>
          <p:cNvGrpSpPr/>
          <p:nvPr/>
        </p:nvGrpSpPr>
        <p:grpSpPr>
          <a:xfrm>
            <a:off x="2209800" y="1465377"/>
            <a:ext cx="7770973" cy="2546571"/>
            <a:chOff x="2209800" y="1465377"/>
            <a:chExt cx="7770973" cy="2546571"/>
          </a:xfrm>
        </p:grpSpPr>
        <p:grpSp>
          <p:nvGrpSpPr>
            <p:cNvPr id="8" name="Gráfico 3">
              <a:extLst>
                <a:ext uri="{FF2B5EF4-FFF2-40B4-BE49-F238E27FC236}">
                  <a16:creationId xmlns:a16="http://schemas.microsoft.com/office/drawing/2014/main" id="{A80AE880-3FA4-9A27-AF27-FB354134BD29}"/>
                </a:ext>
              </a:extLst>
            </p:cNvPr>
            <p:cNvGrpSpPr/>
            <p:nvPr/>
          </p:nvGrpSpPr>
          <p:grpSpPr>
            <a:xfrm>
              <a:off x="2209800" y="1885284"/>
              <a:ext cx="7770973" cy="2126665"/>
              <a:chOff x="2209800" y="1885284"/>
              <a:chExt cx="7770973" cy="2126665"/>
            </a:xfrm>
          </p:grpSpPr>
          <p:sp>
            <p:nvSpPr>
              <p:cNvPr id="9" name="Forma Livre 8">
                <a:extLst>
                  <a:ext uri="{FF2B5EF4-FFF2-40B4-BE49-F238E27FC236}">
                    <a16:creationId xmlns:a16="http://schemas.microsoft.com/office/drawing/2014/main" id="{DD37D942-6A1F-F11D-45A8-54732E537F42}"/>
                  </a:ext>
                </a:extLst>
              </p:cNvPr>
              <p:cNvSpPr/>
              <p:nvPr/>
            </p:nvSpPr>
            <p:spPr>
              <a:xfrm>
                <a:off x="6004043" y="2305047"/>
                <a:ext cx="779122" cy="1116074"/>
              </a:xfrm>
              <a:custGeom>
                <a:avLst/>
                <a:gdLst>
                  <a:gd name="connsiteX0" fmla="*/ 202367 w 779122"/>
                  <a:gd name="connsiteY0" fmla="*/ 1116046 h 1116074"/>
                  <a:gd name="connsiteX1" fmla="*/ 51911 w 779122"/>
                  <a:gd name="connsiteY1" fmla="*/ 1020852 h 1116074"/>
                  <a:gd name="connsiteX2" fmla="*/ 0 w 779122"/>
                  <a:gd name="connsiteY2" fmla="*/ 786488 h 1116074"/>
                  <a:gd name="connsiteX3" fmla="*/ 28893 w 779122"/>
                  <a:gd name="connsiteY3" fmla="*/ 593478 h 1116074"/>
                  <a:gd name="connsiteX4" fmla="*/ 118910 w 779122"/>
                  <a:gd name="connsiteY4" fmla="*/ 441824 h 1116074"/>
                  <a:gd name="connsiteX5" fmla="*/ 260154 w 779122"/>
                  <a:gd name="connsiteY5" fmla="*/ 380775 h 1116074"/>
                  <a:gd name="connsiteX6" fmla="*/ 395494 w 779122"/>
                  <a:gd name="connsiteY6" fmla="*/ 497629 h 1116074"/>
                  <a:gd name="connsiteX7" fmla="*/ 402054 w 779122"/>
                  <a:gd name="connsiteY7" fmla="*/ 497629 h 1116074"/>
                  <a:gd name="connsiteX8" fmla="*/ 383657 w 779122"/>
                  <a:gd name="connsiteY8" fmla="*/ 19694 h 1116074"/>
                  <a:gd name="connsiteX9" fmla="*/ 491415 w 779122"/>
                  <a:gd name="connsiteY9" fmla="*/ 0 h 1116074"/>
                  <a:gd name="connsiteX10" fmla="*/ 596521 w 779122"/>
                  <a:gd name="connsiteY10" fmla="*/ 19694 h 1116074"/>
                  <a:gd name="connsiteX11" fmla="*/ 562351 w 779122"/>
                  <a:gd name="connsiteY11" fmla="*/ 688016 h 1116074"/>
                  <a:gd name="connsiteX12" fmla="*/ 572191 w 779122"/>
                  <a:gd name="connsiteY12" fmla="*/ 900720 h 1116074"/>
                  <a:gd name="connsiteX13" fmla="*/ 608329 w 779122"/>
                  <a:gd name="connsiteY13" fmla="*/ 966358 h 1116074"/>
                  <a:gd name="connsiteX14" fmla="*/ 708187 w 779122"/>
                  <a:gd name="connsiteY14" fmla="*/ 739204 h 1116074"/>
                  <a:gd name="connsiteX15" fmla="*/ 729208 w 779122"/>
                  <a:gd name="connsiteY15" fmla="*/ 733960 h 1116074"/>
                  <a:gd name="connsiteX16" fmla="*/ 762694 w 779122"/>
                  <a:gd name="connsiteY16" fmla="*/ 745133 h 1116074"/>
                  <a:gd name="connsiteX17" fmla="*/ 779123 w 779122"/>
                  <a:gd name="connsiteY17" fmla="*/ 774660 h 1116074"/>
                  <a:gd name="connsiteX18" fmla="*/ 672020 w 779122"/>
                  <a:gd name="connsiteY18" fmla="*/ 1022819 h 1116074"/>
                  <a:gd name="connsiteX19" fmla="*/ 529464 w 779122"/>
                  <a:gd name="connsiteY19" fmla="*/ 1116046 h 1116074"/>
                  <a:gd name="connsiteX20" fmla="*/ 428951 w 779122"/>
                  <a:gd name="connsiteY20" fmla="*/ 1062863 h 1116074"/>
                  <a:gd name="connsiteX21" fmla="*/ 399373 w 779122"/>
                  <a:gd name="connsiteY21" fmla="*/ 920414 h 1116074"/>
                  <a:gd name="connsiteX22" fmla="*/ 391501 w 779122"/>
                  <a:gd name="connsiteY22" fmla="*/ 920414 h 1116074"/>
                  <a:gd name="connsiteX23" fmla="*/ 317912 w 779122"/>
                  <a:gd name="connsiteY23" fmla="*/ 1062236 h 1116074"/>
                  <a:gd name="connsiteX24" fmla="*/ 202282 w 779122"/>
                  <a:gd name="connsiteY24" fmla="*/ 1116074 h 1116074"/>
                  <a:gd name="connsiteX25" fmla="*/ 270708 w 779122"/>
                  <a:gd name="connsiteY25" fmla="*/ 966358 h 1116074"/>
                  <a:gd name="connsiteX26" fmla="*/ 346920 w 779122"/>
                  <a:gd name="connsiteY26" fmla="*/ 881681 h 1116074"/>
                  <a:gd name="connsiteX27" fmla="*/ 378466 w 779122"/>
                  <a:gd name="connsiteY27" fmla="*/ 682772 h 1116074"/>
                  <a:gd name="connsiteX28" fmla="*/ 355477 w 779122"/>
                  <a:gd name="connsiteY28" fmla="*/ 558051 h 1116074"/>
                  <a:gd name="connsiteX29" fmla="*/ 295694 w 779122"/>
                  <a:gd name="connsiteY29" fmla="*/ 508146 h 1116074"/>
                  <a:gd name="connsiteX30" fmla="*/ 219481 w 779122"/>
                  <a:gd name="connsiteY30" fmla="*/ 582990 h 1116074"/>
                  <a:gd name="connsiteX31" fmla="*/ 193183 w 779122"/>
                  <a:gd name="connsiteY31" fmla="*/ 764171 h 1116074"/>
                  <a:gd name="connsiteX32" fmla="*/ 213548 w 779122"/>
                  <a:gd name="connsiteY32" fmla="*/ 902686 h 1116074"/>
                  <a:gd name="connsiteX33" fmla="*/ 270708 w 779122"/>
                  <a:gd name="connsiteY33" fmla="*/ 966358 h 1116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79122" h="1116074">
                    <a:moveTo>
                      <a:pt x="202367" y="1116046"/>
                    </a:moveTo>
                    <a:cubicBezTo>
                      <a:pt x="136652" y="1116046"/>
                      <a:pt x="86509" y="1084295"/>
                      <a:pt x="51911" y="1020852"/>
                    </a:cubicBezTo>
                    <a:cubicBezTo>
                      <a:pt x="17313" y="957409"/>
                      <a:pt x="0" y="879287"/>
                      <a:pt x="0" y="786488"/>
                    </a:cubicBezTo>
                    <a:cubicBezTo>
                      <a:pt x="0" y="718199"/>
                      <a:pt x="9641" y="653872"/>
                      <a:pt x="28893" y="593478"/>
                    </a:cubicBezTo>
                    <a:cubicBezTo>
                      <a:pt x="48146" y="533084"/>
                      <a:pt x="78152" y="482523"/>
                      <a:pt x="118910" y="441824"/>
                    </a:cubicBezTo>
                    <a:cubicBezTo>
                      <a:pt x="159641" y="401124"/>
                      <a:pt x="206732" y="380775"/>
                      <a:pt x="260154" y="380775"/>
                    </a:cubicBezTo>
                    <a:cubicBezTo>
                      <a:pt x="325870" y="380775"/>
                      <a:pt x="370964" y="419736"/>
                      <a:pt x="395494" y="497629"/>
                    </a:cubicBezTo>
                    <a:lnTo>
                      <a:pt x="402054" y="497629"/>
                    </a:lnTo>
                    <a:cubicBezTo>
                      <a:pt x="398546" y="319070"/>
                      <a:pt x="392385" y="159749"/>
                      <a:pt x="383657" y="19694"/>
                    </a:cubicBezTo>
                    <a:cubicBezTo>
                      <a:pt x="395922" y="6555"/>
                      <a:pt x="431832" y="0"/>
                      <a:pt x="491415" y="0"/>
                    </a:cubicBezTo>
                    <a:cubicBezTo>
                      <a:pt x="550999" y="0"/>
                      <a:pt x="587764" y="6555"/>
                      <a:pt x="596521" y="19694"/>
                    </a:cubicBezTo>
                    <a:cubicBezTo>
                      <a:pt x="573732" y="345319"/>
                      <a:pt x="562351" y="568112"/>
                      <a:pt x="562351" y="688016"/>
                    </a:cubicBezTo>
                    <a:cubicBezTo>
                      <a:pt x="562351" y="786060"/>
                      <a:pt x="565631" y="856971"/>
                      <a:pt x="572191" y="900720"/>
                    </a:cubicBezTo>
                    <a:cubicBezTo>
                      <a:pt x="578752" y="944497"/>
                      <a:pt x="590788" y="966358"/>
                      <a:pt x="608329" y="966358"/>
                    </a:cubicBezTo>
                    <a:cubicBezTo>
                      <a:pt x="649487" y="966358"/>
                      <a:pt x="682773" y="890659"/>
                      <a:pt x="708187" y="739204"/>
                    </a:cubicBezTo>
                    <a:cubicBezTo>
                      <a:pt x="714319" y="735727"/>
                      <a:pt x="721336" y="733960"/>
                      <a:pt x="729208" y="733960"/>
                    </a:cubicBezTo>
                    <a:cubicBezTo>
                      <a:pt x="741444" y="733960"/>
                      <a:pt x="752625" y="737694"/>
                      <a:pt x="762694" y="745133"/>
                    </a:cubicBezTo>
                    <a:cubicBezTo>
                      <a:pt x="772762" y="752571"/>
                      <a:pt x="778238" y="762404"/>
                      <a:pt x="779123" y="774660"/>
                    </a:cubicBezTo>
                    <a:cubicBezTo>
                      <a:pt x="749345" y="877976"/>
                      <a:pt x="713635" y="960686"/>
                      <a:pt x="672020" y="1022819"/>
                    </a:cubicBezTo>
                    <a:cubicBezTo>
                      <a:pt x="630406" y="1084979"/>
                      <a:pt x="582859" y="1116046"/>
                      <a:pt x="529464" y="1116046"/>
                    </a:cubicBezTo>
                    <a:cubicBezTo>
                      <a:pt x="484769" y="1116046"/>
                      <a:pt x="451284" y="1098318"/>
                      <a:pt x="428951" y="1062863"/>
                    </a:cubicBezTo>
                    <a:cubicBezTo>
                      <a:pt x="406618" y="1027407"/>
                      <a:pt x="396749" y="979953"/>
                      <a:pt x="399373" y="920414"/>
                    </a:cubicBezTo>
                    <a:lnTo>
                      <a:pt x="391501" y="920414"/>
                    </a:lnTo>
                    <a:cubicBezTo>
                      <a:pt x="376584" y="979069"/>
                      <a:pt x="352082" y="1026324"/>
                      <a:pt x="317912" y="1062236"/>
                    </a:cubicBezTo>
                    <a:cubicBezTo>
                      <a:pt x="283742" y="1098118"/>
                      <a:pt x="245180" y="1116074"/>
                      <a:pt x="202282" y="1116074"/>
                    </a:cubicBezTo>
                    <a:close/>
                    <a:moveTo>
                      <a:pt x="270708" y="966358"/>
                    </a:moveTo>
                    <a:cubicBezTo>
                      <a:pt x="300485" y="966358"/>
                      <a:pt x="325899" y="938142"/>
                      <a:pt x="346920" y="881681"/>
                    </a:cubicBezTo>
                    <a:cubicBezTo>
                      <a:pt x="367941" y="825221"/>
                      <a:pt x="378466" y="758927"/>
                      <a:pt x="378466" y="682772"/>
                    </a:cubicBezTo>
                    <a:cubicBezTo>
                      <a:pt x="378466" y="632867"/>
                      <a:pt x="370793" y="591312"/>
                      <a:pt x="355477" y="558051"/>
                    </a:cubicBezTo>
                    <a:cubicBezTo>
                      <a:pt x="340132" y="524791"/>
                      <a:pt x="320194" y="508146"/>
                      <a:pt x="295694" y="508146"/>
                    </a:cubicBezTo>
                    <a:cubicBezTo>
                      <a:pt x="262379" y="508146"/>
                      <a:pt x="236994" y="533113"/>
                      <a:pt x="219481" y="582990"/>
                    </a:cubicBezTo>
                    <a:cubicBezTo>
                      <a:pt x="201940" y="632867"/>
                      <a:pt x="193183" y="693289"/>
                      <a:pt x="193183" y="764171"/>
                    </a:cubicBezTo>
                    <a:cubicBezTo>
                      <a:pt x="193183" y="814077"/>
                      <a:pt x="199943" y="860248"/>
                      <a:pt x="213548" y="902686"/>
                    </a:cubicBezTo>
                    <a:cubicBezTo>
                      <a:pt x="227125" y="945153"/>
                      <a:pt x="246150" y="966358"/>
                      <a:pt x="270708" y="966358"/>
                    </a:cubicBezTo>
                    <a:close/>
                  </a:path>
                </a:pathLst>
              </a:custGeom>
              <a:solidFill>
                <a:srgbClr val="134CA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 9">
                <a:extLst>
                  <a:ext uri="{FF2B5EF4-FFF2-40B4-BE49-F238E27FC236}">
                    <a16:creationId xmlns:a16="http://schemas.microsoft.com/office/drawing/2014/main" id="{8B335095-E8C1-9D57-B789-A0E101B2C9A2}"/>
                  </a:ext>
                </a:extLst>
              </p:cNvPr>
              <p:cNvSpPr/>
              <p:nvPr/>
            </p:nvSpPr>
            <p:spPr>
              <a:xfrm>
                <a:off x="6685989" y="2685794"/>
                <a:ext cx="525613" cy="748410"/>
              </a:xfrm>
              <a:custGeom>
                <a:avLst/>
                <a:gdLst>
                  <a:gd name="connsiteX0" fmla="*/ 487508 w 525613"/>
                  <a:gd name="connsiteY0" fmla="*/ 404402 h 748410"/>
                  <a:gd name="connsiteX1" fmla="*/ 525614 w 525613"/>
                  <a:gd name="connsiteY1" fmla="*/ 464796 h 748410"/>
                  <a:gd name="connsiteX2" fmla="*/ 496065 w 525613"/>
                  <a:gd name="connsiteY2" fmla="*/ 582306 h 748410"/>
                  <a:gd name="connsiteX3" fmla="*/ 401455 w 525613"/>
                  <a:gd name="connsiteY3" fmla="*/ 697194 h 748410"/>
                  <a:gd name="connsiteX4" fmla="*/ 253623 w 525613"/>
                  <a:gd name="connsiteY4" fmla="*/ 748410 h 748410"/>
                  <a:gd name="connsiteX5" fmla="*/ 65716 w 525613"/>
                  <a:gd name="connsiteY5" fmla="*/ 646661 h 748410"/>
                  <a:gd name="connsiteX6" fmla="*/ 0 w 525613"/>
                  <a:gd name="connsiteY6" fmla="*/ 400469 h 748410"/>
                  <a:gd name="connsiteX7" fmla="*/ 74244 w 525613"/>
                  <a:gd name="connsiteY7" fmla="*/ 120788 h 748410"/>
                  <a:gd name="connsiteX8" fmla="*/ 274644 w 525613"/>
                  <a:gd name="connsiteY8" fmla="*/ 0 h 748410"/>
                  <a:gd name="connsiteX9" fmla="*/ 401455 w 525613"/>
                  <a:gd name="connsiteY9" fmla="*/ 53155 h 748410"/>
                  <a:gd name="connsiteX10" fmla="*/ 445466 w 525613"/>
                  <a:gd name="connsiteY10" fmla="*/ 185115 h 748410"/>
                  <a:gd name="connsiteX11" fmla="*/ 381746 w 525613"/>
                  <a:gd name="connsiteY11" fmla="*/ 358430 h 748410"/>
                  <a:gd name="connsiteX12" fmla="*/ 208956 w 525613"/>
                  <a:gd name="connsiteY12" fmla="*/ 434585 h 748410"/>
                  <a:gd name="connsiteX13" fmla="*/ 203708 w 525613"/>
                  <a:gd name="connsiteY13" fmla="*/ 434585 h 748410"/>
                  <a:gd name="connsiteX14" fmla="*/ 335112 w 525613"/>
                  <a:gd name="connsiteY14" fmla="*/ 602655 h 748410"/>
                  <a:gd name="connsiteX15" fmla="*/ 425129 w 525613"/>
                  <a:gd name="connsiteY15" fmla="*/ 549472 h 748410"/>
                  <a:gd name="connsiteX16" fmla="*/ 477040 w 525613"/>
                  <a:gd name="connsiteY16" fmla="*/ 405713 h 748410"/>
                  <a:gd name="connsiteX17" fmla="*/ 487536 w 525613"/>
                  <a:gd name="connsiteY17" fmla="*/ 404402 h 748410"/>
                  <a:gd name="connsiteX18" fmla="*/ 268084 w 525613"/>
                  <a:gd name="connsiteY18" fmla="*/ 87983 h 748410"/>
                  <a:gd name="connsiteX19" fmla="*/ 214204 w 525613"/>
                  <a:gd name="connsiteY19" fmla="*/ 155616 h 748410"/>
                  <a:gd name="connsiteX20" fmla="*/ 193183 w 525613"/>
                  <a:gd name="connsiteY20" fmla="*/ 315136 h 748410"/>
                  <a:gd name="connsiteX21" fmla="*/ 194496 w 525613"/>
                  <a:gd name="connsiteY21" fmla="*/ 355836 h 748410"/>
                  <a:gd name="connsiteX22" fmla="*/ 208956 w 525613"/>
                  <a:gd name="connsiteY22" fmla="*/ 357147 h 748410"/>
                  <a:gd name="connsiteX23" fmla="*/ 282545 w 525613"/>
                  <a:gd name="connsiteY23" fmla="*/ 299347 h 748410"/>
                  <a:gd name="connsiteX24" fmla="*/ 310154 w 525613"/>
                  <a:gd name="connsiteY24" fmla="*/ 175937 h 748410"/>
                  <a:gd name="connsiteX25" fmla="*/ 298974 w 525613"/>
                  <a:gd name="connsiteY25" fmla="*/ 112893 h 748410"/>
                  <a:gd name="connsiteX26" fmla="*/ 268084 w 525613"/>
                  <a:gd name="connsiteY26" fmla="*/ 87954 h 748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25613" h="748410">
                    <a:moveTo>
                      <a:pt x="487508" y="404402"/>
                    </a:moveTo>
                    <a:cubicBezTo>
                      <a:pt x="512922" y="404402"/>
                      <a:pt x="525614" y="424552"/>
                      <a:pt x="525614" y="464796"/>
                    </a:cubicBezTo>
                    <a:cubicBezTo>
                      <a:pt x="525614" y="500707"/>
                      <a:pt x="515774" y="539868"/>
                      <a:pt x="496065" y="582306"/>
                    </a:cubicBezTo>
                    <a:cubicBezTo>
                      <a:pt x="476327" y="624772"/>
                      <a:pt x="444810" y="663078"/>
                      <a:pt x="401455" y="697194"/>
                    </a:cubicBezTo>
                    <a:cubicBezTo>
                      <a:pt x="358101" y="731338"/>
                      <a:pt x="308814" y="748410"/>
                      <a:pt x="253623" y="748410"/>
                    </a:cubicBezTo>
                    <a:cubicBezTo>
                      <a:pt x="172162" y="748410"/>
                      <a:pt x="109527" y="714465"/>
                      <a:pt x="65716" y="646661"/>
                    </a:cubicBezTo>
                    <a:cubicBezTo>
                      <a:pt x="21905" y="578829"/>
                      <a:pt x="0" y="496774"/>
                      <a:pt x="0" y="400469"/>
                    </a:cubicBezTo>
                    <a:cubicBezTo>
                      <a:pt x="0" y="294559"/>
                      <a:pt x="24729" y="201332"/>
                      <a:pt x="74244" y="120788"/>
                    </a:cubicBezTo>
                    <a:cubicBezTo>
                      <a:pt x="123731" y="40272"/>
                      <a:pt x="190531" y="0"/>
                      <a:pt x="274644" y="0"/>
                    </a:cubicBezTo>
                    <a:cubicBezTo>
                      <a:pt x="329835" y="0"/>
                      <a:pt x="372077" y="17728"/>
                      <a:pt x="401455" y="53155"/>
                    </a:cubicBezTo>
                    <a:cubicBezTo>
                      <a:pt x="430776" y="88610"/>
                      <a:pt x="445466" y="132587"/>
                      <a:pt x="445466" y="185115"/>
                    </a:cubicBezTo>
                    <a:cubicBezTo>
                      <a:pt x="445466" y="249926"/>
                      <a:pt x="424216" y="307698"/>
                      <a:pt x="381746" y="358430"/>
                    </a:cubicBezTo>
                    <a:cubicBezTo>
                      <a:pt x="339248" y="409190"/>
                      <a:pt x="281632" y="434585"/>
                      <a:pt x="208956" y="434585"/>
                    </a:cubicBezTo>
                    <a:lnTo>
                      <a:pt x="203708" y="434585"/>
                    </a:lnTo>
                    <a:cubicBezTo>
                      <a:pt x="225585" y="546651"/>
                      <a:pt x="269424" y="602655"/>
                      <a:pt x="335112" y="602655"/>
                    </a:cubicBezTo>
                    <a:cubicBezTo>
                      <a:pt x="371022" y="602655"/>
                      <a:pt x="401027" y="584928"/>
                      <a:pt x="425129" y="549472"/>
                    </a:cubicBezTo>
                    <a:cubicBezTo>
                      <a:pt x="449202" y="514017"/>
                      <a:pt x="466515" y="466107"/>
                      <a:pt x="477040" y="405713"/>
                    </a:cubicBezTo>
                    <a:cubicBezTo>
                      <a:pt x="479664" y="404858"/>
                      <a:pt x="483172" y="404402"/>
                      <a:pt x="487536" y="404402"/>
                    </a:cubicBezTo>
                    <a:close/>
                    <a:moveTo>
                      <a:pt x="268084" y="87983"/>
                    </a:moveTo>
                    <a:cubicBezTo>
                      <a:pt x="246178" y="87983"/>
                      <a:pt x="228209" y="110527"/>
                      <a:pt x="214204" y="155616"/>
                    </a:cubicBezTo>
                    <a:cubicBezTo>
                      <a:pt x="200172" y="200705"/>
                      <a:pt x="193183" y="253888"/>
                      <a:pt x="193183" y="315136"/>
                    </a:cubicBezTo>
                    <a:cubicBezTo>
                      <a:pt x="193183" y="333520"/>
                      <a:pt x="193611" y="347086"/>
                      <a:pt x="194496" y="355836"/>
                    </a:cubicBezTo>
                    <a:cubicBezTo>
                      <a:pt x="197975" y="356720"/>
                      <a:pt x="202824" y="357147"/>
                      <a:pt x="208956" y="357147"/>
                    </a:cubicBezTo>
                    <a:cubicBezTo>
                      <a:pt x="239618" y="357147"/>
                      <a:pt x="264147" y="337909"/>
                      <a:pt x="282545" y="299347"/>
                    </a:cubicBezTo>
                    <a:cubicBezTo>
                      <a:pt x="300942" y="260842"/>
                      <a:pt x="310154" y="219715"/>
                      <a:pt x="310154" y="175937"/>
                    </a:cubicBezTo>
                    <a:cubicBezTo>
                      <a:pt x="310154" y="150543"/>
                      <a:pt x="306418" y="129537"/>
                      <a:pt x="298974" y="112893"/>
                    </a:cubicBezTo>
                    <a:cubicBezTo>
                      <a:pt x="291529" y="96277"/>
                      <a:pt x="281232" y="87954"/>
                      <a:pt x="268084" y="87954"/>
                    </a:cubicBezTo>
                    <a:close/>
                  </a:path>
                </a:pathLst>
              </a:custGeom>
              <a:solidFill>
                <a:srgbClr val="134CA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 10">
                <a:extLst>
                  <a:ext uri="{FF2B5EF4-FFF2-40B4-BE49-F238E27FC236}">
                    <a16:creationId xmlns:a16="http://schemas.microsoft.com/office/drawing/2014/main" id="{16002C3F-FB4D-D1E2-C261-5E6D645C02EE}"/>
                  </a:ext>
                </a:extLst>
              </p:cNvPr>
              <p:cNvSpPr/>
              <p:nvPr/>
            </p:nvSpPr>
            <p:spPr>
              <a:xfrm>
                <a:off x="7409806" y="1908141"/>
                <a:ext cx="978010" cy="1666201"/>
              </a:xfrm>
              <a:custGeom>
                <a:avLst/>
                <a:gdLst>
                  <a:gd name="connsiteX0" fmla="*/ 482630 w 978010"/>
                  <a:gd name="connsiteY0" fmla="*/ 1666202 h 1666201"/>
                  <a:gd name="connsiteX1" fmla="*/ 122476 w 978010"/>
                  <a:gd name="connsiteY1" fmla="*/ 1547438 h 1666201"/>
                  <a:gd name="connsiteX2" fmla="*/ 0 w 978010"/>
                  <a:gd name="connsiteY2" fmla="*/ 1274569 h 1666201"/>
                  <a:gd name="connsiteX3" fmla="*/ 60782 w 978010"/>
                  <a:gd name="connsiteY3" fmla="*/ 1086034 h 1666201"/>
                  <a:gd name="connsiteX4" fmla="*/ 219538 w 978010"/>
                  <a:gd name="connsiteY4" fmla="*/ 1008083 h 1666201"/>
                  <a:gd name="connsiteX5" fmla="*/ 326612 w 978010"/>
                  <a:gd name="connsiteY5" fmla="*/ 1046161 h 1666201"/>
                  <a:gd name="connsiteX6" fmla="*/ 368341 w 978010"/>
                  <a:gd name="connsiteY6" fmla="*/ 1127731 h 1666201"/>
                  <a:gd name="connsiteX7" fmla="*/ 281261 w 978010"/>
                  <a:gd name="connsiteY7" fmla="*/ 1323534 h 1666201"/>
                  <a:gd name="connsiteX8" fmla="*/ 332060 w 978010"/>
                  <a:gd name="connsiteY8" fmla="*/ 1470371 h 1666201"/>
                  <a:gd name="connsiteX9" fmla="*/ 482630 w 978010"/>
                  <a:gd name="connsiteY9" fmla="*/ 1530195 h 1666201"/>
                  <a:gd name="connsiteX10" fmla="*/ 637765 w 978010"/>
                  <a:gd name="connsiteY10" fmla="*/ 1471283 h 1666201"/>
                  <a:gd name="connsiteX11" fmla="*/ 696749 w 978010"/>
                  <a:gd name="connsiteY11" fmla="*/ 1310822 h 1666201"/>
                  <a:gd name="connsiteX12" fmla="*/ 654108 w 978010"/>
                  <a:gd name="connsiteY12" fmla="*/ 1141298 h 1666201"/>
                  <a:gd name="connsiteX13" fmla="*/ 547947 w 978010"/>
                  <a:gd name="connsiteY13" fmla="*/ 1003495 h 1666201"/>
                  <a:gd name="connsiteX14" fmla="*/ 409156 w 978010"/>
                  <a:gd name="connsiteY14" fmla="*/ 879287 h 1666201"/>
                  <a:gd name="connsiteX15" fmla="*/ 270337 w 978010"/>
                  <a:gd name="connsiteY15" fmla="*/ 751460 h 1666201"/>
                  <a:gd name="connsiteX16" fmla="*/ 164204 w 978010"/>
                  <a:gd name="connsiteY16" fmla="*/ 601886 h 1666201"/>
                  <a:gd name="connsiteX17" fmla="*/ 121563 w 978010"/>
                  <a:gd name="connsiteY17" fmla="*/ 411527 h 1666201"/>
                  <a:gd name="connsiteX18" fmla="*/ 253109 w 978010"/>
                  <a:gd name="connsiteY18" fmla="*/ 109672 h 1666201"/>
                  <a:gd name="connsiteX19" fmla="*/ 575158 w 978010"/>
                  <a:gd name="connsiteY19" fmla="*/ 0 h 1666201"/>
                  <a:gd name="connsiteX20" fmla="*/ 841872 w 978010"/>
                  <a:gd name="connsiteY20" fmla="*/ 87014 h 1666201"/>
                  <a:gd name="connsiteX21" fmla="*/ 932603 w 978010"/>
                  <a:gd name="connsiteY21" fmla="*/ 290084 h 1666201"/>
                  <a:gd name="connsiteX22" fmla="*/ 883600 w 978010"/>
                  <a:gd name="connsiteY22" fmla="*/ 436010 h 1666201"/>
                  <a:gd name="connsiteX23" fmla="*/ 754793 w 978010"/>
                  <a:gd name="connsiteY23" fmla="*/ 496745 h 1666201"/>
                  <a:gd name="connsiteX24" fmla="*/ 686738 w 978010"/>
                  <a:gd name="connsiteY24" fmla="*/ 481326 h 1666201"/>
                  <a:gd name="connsiteX25" fmla="*/ 641387 w 978010"/>
                  <a:gd name="connsiteY25" fmla="*/ 448693 h 1666201"/>
                  <a:gd name="connsiteX26" fmla="*/ 633230 w 978010"/>
                  <a:gd name="connsiteY26" fmla="*/ 424210 h 1666201"/>
                  <a:gd name="connsiteX27" fmla="*/ 676783 w 978010"/>
                  <a:gd name="connsiteY27" fmla="*/ 280964 h 1666201"/>
                  <a:gd name="connsiteX28" fmla="*/ 640474 w 978010"/>
                  <a:gd name="connsiteY28" fmla="*/ 173999 h 1666201"/>
                  <a:gd name="connsiteX29" fmla="*/ 537080 w 978010"/>
                  <a:gd name="connsiteY29" fmla="*/ 132302 h 1666201"/>
                  <a:gd name="connsiteX30" fmla="*/ 416430 w 978010"/>
                  <a:gd name="connsiteY30" fmla="*/ 180355 h 1666201"/>
                  <a:gd name="connsiteX31" fmla="*/ 371991 w 978010"/>
                  <a:gd name="connsiteY31" fmla="*/ 306358 h 1666201"/>
                  <a:gd name="connsiteX32" fmla="*/ 434598 w 978010"/>
                  <a:gd name="connsiteY32" fmla="*/ 465907 h 1666201"/>
                  <a:gd name="connsiteX33" fmla="*/ 586082 w 978010"/>
                  <a:gd name="connsiteY33" fmla="*/ 620013 h 1666201"/>
                  <a:gd name="connsiteX34" fmla="*/ 763891 w 978010"/>
                  <a:gd name="connsiteY34" fmla="*/ 775942 h 1666201"/>
                  <a:gd name="connsiteX35" fmla="*/ 915404 w 978010"/>
                  <a:gd name="connsiteY35" fmla="*/ 972657 h 1666201"/>
                  <a:gd name="connsiteX36" fmla="*/ 978010 w 978010"/>
                  <a:gd name="connsiteY36" fmla="*/ 1218336 h 1666201"/>
                  <a:gd name="connsiteX37" fmla="*/ 839191 w 978010"/>
                  <a:gd name="connsiteY37" fmla="*/ 1539230 h 1666201"/>
                  <a:gd name="connsiteX38" fmla="*/ 482659 w 978010"/>
                  <a:gd name="connsiteY38" fmla="*/ 1666145 h 1666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8010" h="1666201">
                    <a:moveTo>
                      <a:pt x="482630" y="1666202"/>
                    </a:moveTo>
                    <a:cubicBezTo>
                      <a:pt x="324159" y="1666202"/>
                      <a:pt x="204136" y="1626614"/>
                      <a:pt x="122476" y="1547438"/>
                    </a:cubicBezTo>
                    <a:cubicBezTo>
                      <a:pt x="40844" y="1468290"/>
                      <a:pt x="0" y="1377344"/>
                      <a:pt x="0" y="1274569"/>
                    </a:cubicBezTo>
                    <a:cubicBezTo>
                      <a:pt x="0" y="1200865"/>
                      <a:pt x="20251" y="1137991"/>
                      <a:pt x="60782" y="1086034"/>
                    </a:cubicBezTo>
                    <a:cubicBezTo>
                      <a:pt x="101284" y="1034076"/>
                      <a:pt x="154221" y="1008083"/>
                      <a:pt x="219538" y="1008083"/>
                    </a:cubicBezTo>
                    <a:cubicBezTo>
                      <a:pt x="263092" y="1008083"/>
                      <a:pt x="298745" y="1020766"/>
                      <a:pt x="326612" y="1046161"/>
                    </a:cubicBezTo>
                    <a:cubicBezTo>
                      <a:pt x="354421" y="1071555"/>
                      <a:pt x="368341" y="1098745"/>
                      <a:pt x="368341" y="1127731"/>
                    </a:cubicBezTo>
                    <a:cubicBezTo>
                      <a:pt x="310269" y="1171252"/>
                      <a:pt x="281261" y="1236520"/>
                      <a:pt x="281261" y="1323534"/>
                    </a:cubicBezTo>
                    <a:cubicBezTo>
                      <a:pt x="281261" y="1381562"/>
                      <a:pt x="298204" y="1430498"/>
                      <a:pt x="332060" y="1470371"/>
                    </a:cubicBezTo>
                    <a:cubicBezTo>
                      <a:pt x="365888" y="1510244"/>
                      <a:pt x="416116" y="1530195"/>
                      <a:pt x="482630" y="1530195"/>
                    </a:cubicBezTo>
                    <a:cubicBezTo>
                      <a:pt x="549145" y="1530195"/>
                      <a:pt x="598460" y="1510529"/>
                      <a:pt x="637765" y="1471283"/>
                    </a:cubicBezTo>
                    <a:cubicBezTo>
                      <a:pt x="677069" y="1432009"/>
                      <a:pt x="696749" y="1378541"/>
                      <a:pt x="696749" y="1310822"/>
                    </a:cubicBezTo>
                    <a:cubicBezTo>
                      <a:pt x="696749" y="1251597"/>
                      <a:pt x="682516" y="1195108"/>
                      <a:pt x="654108" y="1141298"/>
                    </a:cubicBezTo>
                    <a:cubicBezTo>
                      <a:pt x="625671" y="1087516"/>
                      <a:pt x="590303" y="1041572"/>
                      <a:pt x="547947" y="1003495"/>
                    </a:cubicBezTo>
                    <a:cubicBezTo>
                      <a:pt x="505591" y="965417"/>
                      <a:pt x="459328" y="924034"/>
                      <a:pt x="409156" y="879287"/>
                    </a:cubicBezTo>
                    <a:cubicBezTo>
                      <a:pt x="358928" y="834597"/>
                      <a:pt x="312693" y="791988"/>
                      <a:pt x="270337" y="751460"/>
                    </a:cubicBezTo>
                    <a:cubicBezTo>
                      <a:pt x="227981" y="710988"/>
                      <a:pt x="192584" y="661140"/>
                      <a:pt x="164204" y="601886"/>
                    </a:cubicBezTo>
                    <a:cubicBezTo>
                      <a:pt x="135739" y="542689"/>
                      <a:pt x="121563" y="479217"/>
                      <a:pt x="121563" y="411527"/>
                    </a:cubicBezTo>
                    <a:cubicBezTo>
                      <a:pt x="121563" y="283415"/>
                      <a:pt x="165374" y="182834"/>
                      <a:pt x="253109" y="109672"/>
                    </a:cubicBezTo>
                    <a:cubicBezTo>
                      <a:pt x="340816" y="36567"/>
                      <a:pt x="448147" y="0"/>
                      <a:pt x="575158" y="0"/>
                    </a:cubicBezTo>
                    <a:cubicBezTo>
                      <a:pt x="692471" y="0"/>
                      <a:pt x="781376" y="28986"/>
                      <a:pt x="841872" y="87014"/>
                    </a:cubicBezTo>
                    <a:cubicBezTo>
                      <a:pt x="902340" y="145042"/>
                      <a:pt x="932603" y="212732"/>
                      <a:pt x="932603" y="290084"/>
                    </a:cubicBezTo>
                    <a:cubicBezTo>
                      <a:pt x="932603" y="346915"/>
                      <a:pt x="916259" y="395538"/>
                      <a:pt x="883600" y="436010"/>
                    </a:cubicBezTo>
                    <a:cubicBezTo>
                      <a:pt x="850942" y="476538"/>
                      <a:pt x="807987" y="496745"/>
                      <a:pt x="754793" y="496745"/>
                    </a:cubicBezTo>
                    <a:cubicBezTo>
                      <a:pt x="730577" y="496745"/>
                      <a:pt x="707902" y="491615"/>
                      <a:pt x="686738" y="481326"/>
                    </a:cubicBezTo>
                    <a:cubicBezTo>
                      <a:pt x="665574" y="471066"/>
                      <a:pt x="650428" y="460207"/>
                      <a:pt x="641387" y="448693"/>
                    </a:cubicBezTo>
                    <a:cubicBezTo>
                      <a:pt x="632317" y="437207"/>
                      <a:pt x="629607" y="429084"/>
                      <a:pt x="633230" y="424210"/>
                    </a:cubicBezTo>
                    <a:cubicBezTo>
                      <a:pt x="662266" y="377069"/>
                      <a:pt x="676783" y="329359"/>
                      <a:pt x="676783" y="280964"/>
                    </a:cubicBezTo>
                    <a:cubicBezTo>
                      <a:pt x="676783" y="237471"/>
                      <a:pt x="664661" y="201816"/>
                      <a:pt x="640474" y="173999"/>
                    </a:cubicBezTo>
                    <a:cubicBezTo>
                      <a:pt x="616259" y="146211"/>
                      <a:pt x="581803" y="132302"/>
                      <a:pt x="537080" y="132302"/>
                    </a:cubicBezTo>
                    <a:cubicBezTo>
                      <a:pt x="486281" y="132302"/>
                      <a:pt x="446065" y="148320"/>
                      <a:pt x="416430" y="180355"/>
                    </a:cubicBezTo>
                    <a:cubicBezTo>
                      <a:pt x="386766" y="212390"/>
                      <a:pt x="371991" y="254401"/>
                      <a:pt x="371991" y="306358"/>
                    </a:cubicBezTo>
                    <a:cubicBezTo>
                      <a:pt x="371991" y="358316"/>
                      <a:pt x="392841" y="412724"/>
                      <a:pt x="434598" y="465907"/>
                    </a:cubicBezTo>
                    <a:cubicBezTo>
                      <a:pt x="476327" y="519090"/>
                      <a:pt x="526812" y="570449"/>
                      <a:pt x="586082" y="620013"/>
                    </a:cubicBezTo>
                    <a:cubicBezTo>
                      <a:pt x="645351" y="669576"/>
                      <a:pt x="704593" y="721534"/>
                      <a:pt x="763891" y="775942"/>
                    </a:cubicBezTo>
                    <a:cubicBezTo>
                      <a:pt x="823161" y="830322"/>
                      <a:pt x="873646" y="895903"/>
                      <a:pt x="915404" y="972657"/>
                    </a:cubicBezTo>
                    <a:cubicBezTo>
                      <a:pt x="957132" y="1049410"/>
                      <a:pt x="978010" y="1131294"/>
                      <a:pt x="978010" y="1218336"/>
                    </a:cubicBezTo>
                    <a:cubicBezTo>
                      <a:pt x="978010" y="1347674"/>
                      <a:pt x="931747" y="1454639"/>
                      <a:pt x="839191" y="1539230"/>
                    </a:cubicBezTo>
                    <a:cubicBezTo>
                      <a:pt x="746664" y="1623821"/>
                      <a:pt x="627810" y="1666145"/>
                      <a:pt x="482659" y="1666145"/>
                    </a:cubicBezTo>
                    <a:close/>
                  </a:path>
                </a:pathLst>
              </a:custGeom>
              <a:solidFill>
                <a:srgbClr val="E96C0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 11">
                <a:extLst>
                  <a:ext uri="{FF2B5EF4-FFF2-40B4-BE49-F238E27FC236}">
                    <a16:creationId xmlns:a16="http://schemas.microsoft.com/office/drawing/2014/main" id="{648C45C2-9F68-9489-8093-12F95156E923}"/>
                  </a:ext>
                </a:extLst>
              </p:cNvPr>
              <p:cNvSpPr/>
              <p:nvPr/>
            </p:nvSpPr>
            <p:spPr>
              <a:xfrm>
                <a:off x="8451279" y="2433986"/>
                <a:ext cx="849116" cy="1033420"/>
              </a:xfrm>
              <a:custGeom>
                <a:avLst/>
                <a:gdLst>
                  <a:gd name="connsiteX0" fmla="*/ 780178 w 849116"/>
                  <a:gd name="connsiteY0" fmla="*/ 487682 h 1033420"/>
                  <a:gd name="connsiteX1" fmla="*/ 826441 w 849116"/>
                  <a:gd name="connsiteY1" fmla="*/ 503101 h 1033420"/>
                  <a:gd name="connsiteX2" fmla="*/ 849117 w 849116"/>
                  <a:gd name="connsiteY2" fmla="*/ 543886 h 1033420"/>
                  <a:gd name="connsiteX3" fmla="*/ 370137 w 849116"/>
                  <a:gd name="connsiteY3" fmla="*/ 1033421 h 1033420"/>
                  <a:gd name="connsiteX4" fmla="*/ 93440 w 849116"/>
                  <a:gd name="connsiteY4" fmla="*/ 896530 h 1033420"/>
                  <a:gd name="connsiteX5" fmla="*/ 0 w 849116"/>
                  <a:gd name="connsiteY5" fmla="*/ 560217 h 1033420"/>
                  <a:gd name="connsiteX6" fmla="*/ 43554 w 849116"/>
                  <a:gd name="connsiteY6" fmla="*/ 294616 h 1033420"/>
                  <a:gd name="connsiteX7" fmla="*/ 176926 w 849116"/>
                  <a:gd name="connsiteY7" fmla="*/ 84306 h 1033420"/>
                  <a:gd name="connsiteX8" fmla="*/ 382858 w 849116"/>
                  <a:gd name="connsiteY8" fmla="*/ 0 h 1033420"/>
                  <a:gd name="connsiteX9" fmla="*/ 557930 w 849116"/>
                  <a:gd name="connsiteY9" fmla="*/ 74331 h 1033420"/>
                  <a:gd name="connsiteX10" fmla="*/ 618683 w 849116"/>
                  <a:gd name="connsiteY10" fmla="*/ 257450 h 1033420"/>
                  <a:gd name="connsiteX11" fmla="*/ 530691 w 849116"/>
                  <a:gd name="connsiteY11" fmla="*/ 502189 h 1033420"/>
                  <a:gd name="connsiteX12" fmla="*/ 292099 w 849116"/>
                  <a:gd name="connsiteY12" fmla="*/ 610949 h 1033420"/>
                  <a:gd name="connsiteX13" fmla="*/ 281204 w 849116"/>
                  <a:gd name="connsiteY13" fmla="*/ 610949 h 1033420"/>
                  <a:gd name="connsiteX14" fmla="*/ 482602 w 849116"/>
                  <a:gd name="connsiteY14" fmla="*/ 844829 h 1033420"/>
                  <a:gd name="connsiteX15" fmla="*/ 659499 w 849116"/>
                  <a:gd name="connsiteY15" fmla="*/ 743308 h 1033420"/>
                  <a:gd name="connsiteX16" fmla="*/ 751142 w 849116"/>
                  <a:gd name="connsiteY16" fmla="*/ 494921 h 1033420"/>
                  <a:gd name="connsiteX17" fmla="*/ 780149 w 849116"/>
                  <a:gd name="connsiteY17" fmla="*/ 487682 h 1033420"/>
                  <a:gd name="connsiteX18" fmla="*/ 373760 w 849116"/>
                  <a:gd name="connsiteY18" fmla="*/ 121443 h 1033420"/>
                  <a:gd name="connsiteX19" fmla="*/ 298460 w 849116"/>
                  <a:gd name="connsiteY19" fmla="*/ 222964 h 1033420"/>
                  <a:gd name="connsiteX20" fmla="*/ 266715 w 849116"/>
                  <a:gd name="connsiteY20" fmla="*/ 456844 h 1033420"/>
                  <a:gd name="connsiteX21" fmla="*/ 268511 w 849116"/>
                  <a:gd name="connsiteY21" fmla="*/ 502161 h 1033420"/>
                  <a:gd name="connsiteX22" fmla="*/ 292099 w 849116"/>
                  <a:gd name="connsiteY22" fmla="*/ 503956 h 1033420"/>
                  <a:gd name="connsiteX23" fmla="*/ 393697 w 849116"/>
                  <a:gd name="connsiteY23" fmla="*/ 422386 h 1033420"/>
                  <a:gd name="connsiteX24" fmla="*/ 431803 w 849116"/>
                  <a:gd name="connsiteY24" fmla="*/ 246506 h 1033420"/>
                  <a:gd name="connsiteX25" fmla="*/ 416372 w 849116"/>
                  <a:gd name="connsiteY25" fmla="*/ 156756 h 1033420"/>
                  <a:gd name="connsiteX26" fmla="*/ 373731 w 849116"/>
                  <a:gd name="connsiteY26" fmla="*/ 121386 h 1033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849116" h="1033420">
                    <a:moveTo>
                      <a:pt x="780178" y="487682"/>
                    </a:moveTo>
                    <a:cubicBezTo>
                      <a:pt x="797120" y="487682"/>
                      <a:pt x="812522" y="492841"/>
                      <a:pt x="826441" y="503101"/>
                    </a:cubicBezTo>
                    <a:cubicBezTo>
                      <a:pt x="840332" y="513390"/>
                      <a:pt x="847890" y="526957"/>
                      <a:pt x="849117" y="543886"/>
                    </a:cubicBezTo>
                    <a:cubicBezTo>
                      <a:pt x="755962" y="870224"/>
                      <a:pt x="596322" y="1033421"/>
                      <a:pt x="370137" y="1033421"/>
                    </a:cubicBezTo>
                    <a:cubicBezTo>
                      <a:pt x="247947" y="1033421"/>
                      <a:pt x="155734" y="987762"/>
                      <a:pt x="93440" y="896530"/>
                    </a:cubicBezTo>
                    <a:cubicBezTo>
                      <a:pt x="31146" y="805298"/>
                      <a:pt x="0" y="693175"/>
                      <a:pt x="0" y="560217"/>
                    </a:cubicBezTo>
                    <a:cubicBezTo>
                      <a:pt x="0" y="467133"/>
                      <a:pt x="14547" y="378637"/>
                      <a:pt x="43554" y="294616"/>
                    </a:cubicBezTo>
                    <a:cubicBezTo>
                      <a:pt x="72590" y="210623"/>
                      <a:pt x="117057" y="140510"/>
                      <a:pt x="176926" y="84306"/>
                    </a:cubicBezTo>
                    <a:cubicBezTo>
                      <a:pt x="236794" y="28102"/>
                      <a:pt x="305420" y="0"/>
                      <a:pt x="382858" y="0"/>
                    </a:cubicBezTo>
                    <a:cubicBezTo>
                      <a:pt x="460297" y="0"/>
                      <a:pt x="517399" y="24767"/>
                      <a:pt x="557930" y="74331"/>
                    </a:cubicBezTo>
                    <a:cubicBezTo>
                      <a:pt x="598432" y="123894"/>
                      <a:pt x="618683" y="184915"/>
                      <a:pt x="618683" y="257450"/>
                    </a:cubicBezTo>
                    <a:cubicBezTo>
                      <a:pt x="618683" y="348084"/>
                      <a:pt x="589362" y="429682"/>
                      <a:pt x="530691" y="502189"/>
                    </a:cubicBezTo>
                    <a:cubicBezTo>
                      <a:pt x="471991" y="574696"/>
                      <a:pt x="392471" y="610949"/>
                      <a:pt x="292099" y="610949"/>
                    </a:cubicBezTo>
                    <a:lnTo>
                      <a:pt x="281204" y="610949"/>
                    </a:lnTo>
                    <a:cubicBezTo>
                      <a:pt x="310240" y="766879"/>
                      <a:pt x="377382" y="844829"/>
                      <a:pt x="482602" y="844829"/>
                    </a:cubicBezTo>
                    <a:cubicBezTo>
                      <a:pt x="556361" y="844829"/>
                      <a:pt x="615346" y="810998"/>
                      <a:pt x="659499" y="743308"/>
                    </a:cubicBezTo>
                    <a:cubicBezTo>
                      <a:pt x="703652" y="675618"/>
                      <a:pt x="734171" y="592823"/>
                      <a:pt x="751142" y="494921"/>
                    </a:cubicBezTo>
                    <a:cubicBezTo>
                      <a:pt x="759585" y="490105"/>
                      <a:pt x="769282" y="487682"/>
                      <a:pt x="780149" y="487682"/>
                    </a:cubicBezTo>
                    <a:close/>
                    <a:moveTo>
                      <a:pt x="373760" y="121443"/>
                    </a:moveTo>
                    <a:cubicBezTo>
                      <a:pt x="344752" y="121443"/>
                      <a:pt x="319624" y="155302"/>
                      <a:pt x="298460" y="222964"/>
                    </a:cubicBezTo>
                    <a:cubicBezTo>
                      <a:pt x="277296" y="290683"/>
                      <a:pt x="266715" y="368633"/>
                      <a:pt x="266715" y="456844"/>
                    </a:cubicBezTo>
                    <a:cubicBezTo>
                      <a:pt x="266715" y="477422"/>
                      <a:pt x="267313" y="492499"/>
                      <a:pt x="268511" y="502161"/>
                    </a:cubicBezTo>
                    <a:cubicBezTo>
                      <a:pt x="273332" y="503386"/>
                      <a:pt x="281204" y="503956"/>
                      <a:pt x="292099" y="503956"/>
                    </a:cubicBezTo>
                    <a:cubicBezTo>
                      <a:pt x="334427" y="503956"/>
                      <a:pt x="368283" y="476766"/>
                      <a:pt x="393697" y="422386"/>
                    </a:cubicBezTo>
                    <a:cubicBezTo>
                      <a:pt x="419110" y="368006"/>
                      <a:pt x="431803" y="309379"/>
                      <a:pt x="431803" y="246506"/>
                    </a:cubicBezTo>
                    <a:cubicBezTo>
                      <a:pt x="431803" y="210252"/>
                      <a:pt x="426641" y="180355"/>
                      <a:pt x="416372" y="156756"/>
                    </a:cubicBezTo>
                    <a:cubicBezTo>
                      <a:pt x="406075" y="133186"/>
                      <a:pt x="391871" y="121386"/>
                      <a:pt x="373731" y="121386"/>
                    </a:cubicBezTo>
                    <a:close/>
                  </a:path>
                </a:pathLst>
              </a:custGeom>
              <a:solidFill>
                <a:srgbClr val="E96C0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" name="Forma Livre 12">
                <a:extLst>
                  <a:ext uri="{FF2B5EF4-FFF2-40B4-BE49-F238E27FC236}">
                    <a16:creationId xmlns:a16="http://schemas.microsoft.com/office/drawing/2014/main" id="{BBA9276C-2024-9266-0621-71F97B3D0402}"/>
                  </a:ext>
                </a:extLst>
              </p:cNvPr>
              <p:cNvSpPr/>
              <p:nvPr/>
            </p:nvSpPr>
            <p:spPr>
              <a:xfrm>
                <a:off x="9142552" y="2272613"/>
                <a:ext cx="838220" cy="1176610"/>
              </a:xfrm>
              <a:custGeom>
                <a:avLst/>
                <a:gdLst>
                  <a:gd name="connsiteX0" fmla="*/ 771107 w 838220"/>
                  <a:gd name="connsiteY0" fmla="*/ 683485 h 1176610"/>
                  <a:gd name="connsiteX1" fmla="*/ 838221 w 838220"/>
                  <a:gd name="connsiteY1" fmla="*/ 755991 h 1176610"/>
                  <a:gd name="connsiteX2" fmla="*/ 812808 w 838220"/>
                  <a:gd name="connsiteY2" fmla="*/ 874755 h 1176610"/>
                  <a:gd name="connsiteX3" fmla="*/ 743840 w 838220"/>
                  <a:gd name="connsiteY3" fmla="*/ 1012530 h 1176610"/>
                  <a:gd name="connsiteX4" fmla="*/ 632260 w 838220"/>
                  <a:gd name="connsiteY4" fmla="*/ 1128557 h 1176610"/>
                  <a:gd name="connsiteX5" fmla="*/ 489847 w 838220"/>
                  <a:gd name="connsiteY5" fmla="*/ 1176610 h 1176610"/>
                  <a:gd name="connsiteX6" fmla="*/ 277581 w 838220"/>
                  <a:gd name="connsiteY6" fmla="*/ 939111 h 1176610"/>
                  <a:gd name="connsiteX7" fmla="*/ 300256 w 838220"/>
                  <a:gd name="connsiteY7" fmla="*/ 658090 h 1176610"/>
                  <a:gd name="connsiteX8" fmla="*/ 322932 w 838220"/>
                  <a:gd name="connsiteY8" fmla="*/ 402464 h 1176610"/>
                  <a:gd name="connsiteX9" fmla="*/ 302967 w 838220"/>
                  <a:gd name="connsiteY9" fmla="*/ 368034 h 1176610"/>
                  <a:gd name="connsiteX10" fmla="*/ 264889 w 838220"/>
                  <a:gd name="connsiteY10" fmla="*/ 373478 h 1176610"/>
                  <a:gd name="connsiteX11" fmla="*/ 217712 w 838220"/>
                  <a:gd name="connsiteY11" fmla="*/ 378922 h 1176610"/>
                  <a:gd name="connsiteX12" fmla="*/ 157815 w 838220"/>
                  <a:gd name="connsiteY12" fmla="*/ 705259 h 1176610"/>
                  <a:gd name="connsiteX13" fmla="*/ 128808 w 838220"/>
                  <a:gd name="connsiteY13" fmla="*/ 712499 h 1176610"/>
                  <a:gd name="connsiteX14" fmla="*/ 82544 w 838220"/>
                  <a:gd name="connsiteY14" fmla="*/ 697108 h 1176610"/>
                  <a:gd name="connsiteX15" fmla="*/ 59897 w 838220"/>
                  <a:gd name="connsiteY15" fmla="*/ 656323 h 1176610"/>
                  <a:gd name="connsiteX16" fmla="*/ 92556 w 838220"/>
                  <a:gd name="connsiteY16" fmla="*/ 344464 h 1176610"/>
                  <a:gd name="connsiteX17" fmla="*/ 0 w 838220"/>
                  <a:gd name="connsiteY17" fmla="*/ 174056 h 1176610"/>
                  <a:gd name="connsiteX18" fmla="*/ 40815 w 838220"/>
                  <a:gd name="connsiteY18" fmla="*/ 52584 h 1176610"/>
                  <a:gd name="connsiteX19" fmla="*/ 137878 w 838220"/>
                  <a:gd name="connsiteY19" fmla="*/ 0 h 1176610"/>
                  <a:gd name="connsiteX20" fmla="*/ 197747 w 838220"/>
                  <a:gd name="connsiteY20" fmla="*/ 61648 h 1176610"/>
                  <a:gd name="connsiteX21" fmla="*/ 223161 w 838220"/>
                  <a:gd name="connsiteY21" fmla="*/ 224817 h 1176610"/>
                  <a:gd name="connsiteX22" fmla="*/ 230405 w 838220"/>
                  <a:gd name="connsiteY22" fmla="*/ 224817 h 1176610"/>
                  <a:gd name="connsiteX23" fmla="*/ 338363 w 838220"/>
                  <a:gd name="connsiteY23" fmla="*/ 205778 h 1176610"/>
                  <a:gd name="connsiteX24" fmla="*/ 457216 w 838220"/>
                  <a:gd name="connsiteY24" fmla="*/ 186739 h 1176610"/>
                  <a:gd name="connsiteX25" fmla="*/ 550656 w 838220"/>
                  <a:gd name="connsiteY25" fmla="*/ 231172 h 1176610"/>
                  <a:gd name="connsiteX26" fmla="*/ 578751 w 838220"/>
                  <a:gd name="connsiteY26" fmla="*/ 387985 h 1176610"/>
                  <a:gd name="connsiteX27" fmla="*/ 569681 w 838220"/>
                  <a:gd name="connsiteY27" fmla="*/ 592851 h 1176610"/>
                  <a:gd name="connsiteX28" fmla="*/ 560611 w 838220"/>
                  <a:gd name="connsiteY28" fmla="*/ 801365 h 1176610"/>
                  <a:gd name="connsiteX29" fmla="*/ 613235 w 838220"/>
                  <a:gd name="connsiteY29" fmla="*/ 969949 h 1176610"/>
                  <a:gd name="connsiteX30" fmla="*/ 692157 w 838220"/>
                  <a:gd name="connsiteY30" fmla="*/ 883847 h 1176610"/>
                  <a:gd name="connsiteX31" fmla="*/ 725728 w 838220"/>
                  <a:gd name="connsiteY31" fmla="*/ 701640 h 1176610"/>
                  <a:gd name="connsiteX32" fmla="*/ 771079 w 838220"/>
                  <a:gd name="connsiteY32" fmla="*/ 683513 h 1176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838220" h="1176610">
                    <a:moveTo>
                      <a:pt x="771107" y="683485"/>
                    </a:moveTo>
                    <a:cubicBezTo>
                      <a:pt x="815830" y="683485"/>
                      <a:pt x="838221" y="707682"/>
                      <a:pt x="838221" y="755991"/>
                    </a:cubicBezTo>
                    <a:cubicBezTo>
                      <a:pt x="838221" y="788625"/>
                      <a:pt x="829750" y="828242"/>
                      <a:pt x="812808" y="874755"/>
                    </a:cubicBezTo>
                    <a:cubicBezTo>
                      <a:pt x="795865" y="921269"/>
                      <a:pt x="772905" y="967213"/>
                      <a:pt x="743840" y="1012530"/>
                    </a:cubicBezTo>
                    <a:cubicBezTo>
                      <a:pt x="714832" y="1057846"/>
                      <a:pt x="677639" y="1096579"/>
                      <a:pt x="632260" y="1128557"/>
                    </a:cubicBezTo>
                    <a:cubicBezTo>
                      <a:pt x="586908" y="1160564"/>
                      <a:pt x="539418" y="1176610"/>
                      <a:pt x="489847" y="1176610"/>
                    </a:cubicBezTo>
                    <a:cubicBezTo>
                      <a:pt x="348317" y="1176610"/>
                      <a:pt x="277581" y="1097463"/>
                      <a:pt x="277581" y="939111"/>
                    </a:cubicBezTo>
                    <a:cubicBezTo>
                      <a:pt x="277581" y="908928"/>
                      <a:pt x="285112" y="815245"/>
                      <a:pt x="300256" y="658090"/>
                    </a:cubicBezTo>
                    <a:cubicBezTo>
                      <a:pt x="315345" y="500992"/>
                      <a:pt x="322932" y="415774"/>
                      <a:pt x="322932" y="402464"/>
                    </a:cubicBezTo>
                    <a:cubicBezTo>
                      <a:pt x="322932" y="379520"/>
                      <a:pt x="316258" y="368034"/>
                      <a:pt x="302967" y="368034"/>
                    </a:cubicBezTo>
                    <a:cubicBezTo>
                      <a:pt x="298117" y="368034"/>
                      <a:pt x="285425" y="369830"/>
                      <a:pt x="264889" y="373478"/>
                    </a:cubicBezTo>
                    <a:cubicBezTo>
                      <a:pt x="244296" y="377098"/>
                      <a:pt x="228580" y="378922"/>
                      <a:pt x="217712" y="378922"/>
                    </a:cubicBezTo>
                    <a:cubicBezTo>
                      <a:pt x="205590" y="490133"/>
                      <a:pt x="185653" y="598922"/>
                      <a:pt x="157815" y="705259"/>
                    </a:cubicBezTo>
                    <a:cubicBezTo>
                      <a:pt x="149344" y="710104"/>
                      <a:pt x="139675" y="712499"/>
                      <a:pt x="128808" y="712499"/>
                    </a:cubicBezTo>
                    <a:cubicBezTo>
                      <a:pt x="111865" y="712499"/>
                      <a:pt x="96434" y="707368"/>
                      <a:pt x="82544" y="697108"/>
                    </a:cubicBezTo>
                    <a:cubicBezTo>
                      <a:pt x="68653" y="686819"/>
                      <a:pt x="61067" y="673253"/>
                      <a:pt x="59897" y="656323"/>
                    </a:cubicBezTo>
                    <a:cubicBezTo>
                      <a:pt x="78037" y="557225"/>
                      <a:pt x="88905" y="453253"/>
                      <a:pt x="92556" y="344464"/>
                    </a:cubicBezTo>
                    <a:cubicBezTo>
                      <a:pt x="30861" y="305788"/>
                      <a:pt x="0" y="248985"/>
                      <a:pt x="0" y="174056"/>
                    </a:cubicBezTo>
                    <a:cubicBezTo>
                      <a:pt x="0" y="128112"/>
                      <a:pt x="13605" y="87641"/>
                      <a:pt x="40815" y="52584"/>
                    </a:cubicBezTo>
                    <a:cubicBezTo>
                      <a:pt x="68026" y="17557"/>
                      <a:pt x="100371" y="0"/>
                      <a:pt x="137878" y="0"/>
                    </a:cubicBezTo>
                    <a:cubicBezTo>
                      <a:pt x="163292" y="0"/>
                      <a:pt x="183229" y="20578"/>
                      <a:pt x="197747" y="61648"/>
                    </a:cubicBezTo>
                    <a:cubicBezTo>
                      <a:pt x="212293" y="102746"/>
                      <a:pt x="220707" y="157155"/>
                      <a:pt x="223161" y="224817"/>
                    </a:cubicBezTo>
                    <a:lnTo>
                      <a:pt x="230405" y="224817"/>
                    </a:lnTo>
                    <a:cubicBezTo>
                      <a:pt x="248545" y="224817"/>
                      <a:pt x="284513" y="218489"/>
                      <a:pt x="338363" y="205778"/>
                    </a:cubicBezTo>
                    <a:cubicBezTo>
                      <a:pt x="392185" y="193095"/>
                      <a:pt x="431803" y="186739"/>
                      <a:pt x="457216" y="186739"/>
                    </a:cubicBezTo>
                    <a:cubicBezTo>
                      <a:pt x="500742" y="186739"/>
                      <a:pt x="531889" y="201560"/>
                      <a:pt x="550656" y="231172"/>
                    </a:cubicBezTo>
                    <a:cubicBezTo>
                      <a:pt x="569396" y="260813"/>
                      <a:pt x="578751" y="313056"/>
                      <a:pt x="578751" y="387985"/>
                    </a:cubicBezTo>
                    <a:cubicBezTo>
                      <a:pt x="578751" y="427858"/>
                      <a:pt x="575728" y="496175"/>
                      <a:pt x="569681" y="592851"/>
                    </a:cubicBezTo>
                    <a:cubicBezTo>
                      <a:pt x="563634" y="689555"/>
                      <a:pt x="560611" y="759041"/>
                      <a:pt x="560611" y="801365"/>
                    </a:cubicBezTo>
                    <a:cubicBezTo>
                      <a:pt x="560611" y="913773"/>
                      <a:pt x="578124" y="969949"/>
                      <a:pt x="613235" y="969949"/>
                    </a:cubicBezTo>
                    <a:cubicBezTo>
                      <a:pt x="643440" y="969949"/>
                      <a:pt x="669738" y="941248"/>
                      <a:pt x="692157" y="883847"/>
                    </a:cubicBezTo>
                    <a:cubicBezTo>
                      <a:pt x="714518" y="826446"/>
                      <a:pt x="725728" y="765710"/>
                      <a:pt x="725728" y="701640"/>
                    </a:cubicBezTo>
                    <a:cubicBezTo>
                      <a:pt x="737793" y="689555"/>
                      <a:pt x="752939" y="683513"/>
                      <a:pt x="771079" y="683513"/>
                    </a:cubicBezTo>
                    <a:close/>
                  </a:path>
                </a:pathLst>
              </a:custGeom>
              <a:solidFill>
                <a:srgbClr val="E96C0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grpSp>
            <p:nvGrpSpPr>
              <p:cNvPr id="14" name="Gráfico 3">
                <a:extLst>
                  <a:ext uri="{FF2B5EF4-FFF2-40B4-BE49-F238E27FC236}">
                    <a16:creationId xmlns:a16="http://schemas.microsoft.com/office/drawing/2014/main" id="{17BB73B4-7A22-9C72-1AB3-E543E38611A1}"/>
                  </a:ext>
                </a:extLst>
              </p:cNvPr>
              <p:cNvGrpSpPr/>
              <p:nvPr/>
            </p:nvGrpSpPr>
            <p:grpSpPr>
              <a:xfrm>
                <a:off x="3225802" y="2159093"/>
                <a:ext cx="2480237" cy="1303525"/>
                <a:chOff x="3225802" y="2159093"/>
                <a:chExt cx="2480237" cy="1303525"/>
              </a:xfrm>
              <a:solidFill>
                <a:srgbClr val="124592"/>
              </a:solidFill>
            </p:grpSpPr>
            <p:sp>
              <p:nvSpPr>
                <p:cNvPr id="15" name="Forma Livre 14">
                  <a:extLst>
                    <a:ext uri="{FF2B5EF4-FFF2-40B4-BE49-F238E27FC236}">
                      <a16:creationId xmlns:a16="http://schemas.microsoft.com/office/drawing/2014/main" id="{2A97A22D-6228-4D8A-19EC-31CD688C3CDE}"/>
                    </a:ext>
                  </a:extLst>
                </p:cNvPr>
                <p:cNvSpPr/>
                <p:nvPr/>
              </p:nvSpPr>
              <p:spPr>
                <a:xfrm>
                  <a:off x="3225802" y="2429198"/>
                  <a:ext cx="849145" cy="1033420"/>
                </a:xfrm>
                <a:custGeom>
                  <a:avLst/>
                  <a:gdLst>
                    <a:gd name="connsiteX0" fmla="*/ 780178 w 849145"/>
                    <a:gd name="connsiteY0" fmla="*/ 487711 h 1033420"/>
                    <a:gd name="connsiteX1" fmla="*/ 826442 w 849145"/>
                    <a:gd name="connsiteY1" fmla="*/ 503130 h 1033420"/>
                    <a:gd name="connsiteX2" fmla="*/ 849145 w 849145"/>
                    <a:gd name="connsiteY2" fmla="*/ 543915 h 1033420"/>
                    <a:gd name="connsiteX3" fmla="*/ 370109 w 849145"/>
                    <a:gd name="connsiteY3" fmla="*/ 1033421 h 1033420"/>
                    <a:gd name="connsiteX4" fmla="*/ 93440 w 849145"/>
                    <a:gd name="connsiteY4" fmla="*/ 896530 h 1033420"/>
                    <a:gd name="connsiteX5" fmla="*/ 0 w 849145"/>
                    <a:gd name="connsiteY5" fmla="*/ 560217 h 1033420"/>
                    <a:gd name="connsiteX6" fmla="*/ 43554 w 849145"/>
                    <a:gd name="connsiteY6" fmla="*/ 294616 h 1033420"/>
                    <a:gd name="connsiteX7" fmla="*/ 176925 w 849145"/>
                    <a:gd name="connsiteY7" fmla="*/ 84306 h 1033420"/>
                    <a:gd name="connsiteX8" fmla="*/ 382858 w 849145"/>
                    <a:gd name="connsiteY8" fmla="*/ 0 h 1033420"/>
                    <a:gd name="connsiteX9" fmla="*/ 557930 w 849145"/>
                    <a:gd name="connsiteY9" fmla="*/ 74331 h 1033420"/>
                    <a:gd name="connsiteX10" fmla="*/ 618712 w 849145"/>
                    <a:gd name="connsiteY10" fmla="*/ 257450 h 1033420"/>
                    <a:gd name="connsiteX11" fmla="*/ 530691 w 849145"/>
                    <a:gd name="connsiteY11" fmla="*/ 502189 h 1033420"/>
                    <a:gd name="connsiteX12" fmla="*/ 292128 w 849145"/>
                    <a:gd name="connsiteY12" fmla="*/ 610978 h 1033420"/>
                    <a:gd name="connsiteX13" fmla="*/ 281233 w 849145"/>
                    <a:gd name="connsiteY13" fmla="*/ 610978 h 1033420"/>
                    <a:gd name="connsiteX14" fmla="*/ 482630 w 849145"/>
                    <a:gd name="connsiteY14" fmla="*/ 844858 h 1033420"/>
                    <a:gd name="connsiteX15" fmla="*/ 659527 w 849145"/>
                    <a:gd name="connsiteY15" fmla="*/ 743337 h 1033420"/>
                    <a:gd name="connsiteX16" fmla="*/ 751142 w 849145"/>
                    <a:gd name="connsiteY16" fmla="*/ 494950 h 1033420"/>
                    <a:gd name="connsiteX17" fmla="*/ 780178 w 849145"/>
                    <a:gd name="connsiteY17" fmla="*/ 487711 h 1033420"/>
                    <a:gd name="connsiteX18" fmla="*/ 373760 w 849145"/>
                    <a:gd name="connsiteY18" fmla="*/ 121472 h 1033420"/>
                    <a:gd name="connsiteX19" fmla="*/ 298489 w 849145"/>
                    <a:gd name="connsiteY19" fmla="*/ 223021 h 1033420"/>
                    <a:gd name="connsiteX20" fmla="*/ 266715 w 849145"/>
                    <a:gd name="connsiteY20" fmla="*/ 456901 h 1033420"/>
                    <a:gd name="connsiteX21" fmla="*/ 268540 w 849145"/>
                    <a:gd name="connsiteY21" fmla="*/ 502218 h 1033420"/>
                    <a:gd name="connsiteX22" fmla="*/ 292128 w 849145"/>
                    <a:gd name="connsiteY22" fmla="*/ 504013 h 1033420"/>
                    <a:gd name="connsiteX23" fmla="*/ 393754 w 849145"/>
                    <a:gd name="connsiteY23" fmla="*/ 422443 h 1033420"/>
                    <a:gd name="connsiteX24" fmla="*/ 431832 w 849145"/>
                    <a:gd name="connsiteY24" fmla="*/ 246563 h 1033420"/>
                    <a:gd name="connsiteX25" fmla="*/ 416401 w 849145"/>
                    <a:gd name="connsiteY25" fmla="*/ 156813 h 1033420"/>
                    <a:gd name="connsiteX26" fmla="*/ 373760 w 849145"/>
                    <a:gd name="connsiteY26" fmla="*/ 121443 h 1033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849145" h="1033420">
                      <a:moveTo>
                        <a:pt x="780178" y="487711"/>
                      </a:moveTo>
                      <a:cubicBezTo>
                        <a:pt x="797120" y="487711"/>
                        <a:pt x="812523" y="492869"/>
                        <a:pt x="826442" y="503130"/>
                      </a:cubicBezTo>
                      <a:cubicBezTo>
                        <a:pt x="840332" y="513419"/>
                        <a:pt x="847919" y="527014"/>
                        <a:pt x="849145" y="543915"/>
                      </a:cubicBezTo>
                      <a:cubicBezTo>
                        <a:pt x="755991" y="870252"/>
                        <a:pt x="596321" y="1033421"/>
                        <a:pt x="370109" y="1033421"/>
                      </a:cubicBezTo>
                      <a:cubicBezTo>
                        <a:pt x="247918" y="1033421"/>
                        <a:pt x="155705" y="987762"/>
                        <a:pt x="93440" y="896530"/>
                      </a:cubicBezTo>
                      <a:cubicBezTo>
                        <a:pt x="31147" y="805298"/>
                        <a:pt x="0" y="693203"/>
                        <a:pt x="0" y="560217"/>
                      </a:cubicBezTo>
                      <a:cubicBezTo>
                        <a:pt x="0" y="467161"/>
                        <a:pt x="14518" y="378637"/>
                        <a:pt x="43554" y="294616"/>
                      </a:cubicBezTo>
                      <a:cubicBezTo>
                        <a:pt x="72590" y="210623"/>
                        <a:pt x="117057" y="140510"/>
                        <a:pt x="176925" y="84306"/>
                      </a:cubicBezTo>
                      <a:cubicBezTo>
                        <a:pt x="236794" y="28102"/>
                        <a:pt x="305420" y="0"/>
                        <a:pt x="382858" y="0"/>
                      </a:cubicBezTo>
                      <a:cubicBezTo>
                        <a:pt x="460297" y="0"/>
                        <a:pt x="517399" y="24767"/>
                        <a:pt x="557930" y="74331"/>
                      </a:cubicBezTo>
                      <a:cubicBezTo>
                        <a:pt x="598432" y="123894"/>
                        <a:pt x="618712" y="184915"/>
                        <a:pt x="618712" y="257450"/>
                      </a:cubicBezTo>
                      <a:cubicBezTo>
                        <a:pt x="618712" y="348112"/>
                        <a:pt x="589333" y="429682"/>
                        <a:pt x="530691" y="502189"/>
                      </a:cubicBezTo>
                      <a:cubicBezTo>
                        <a:pt x="472020" y="574696"/>
                        <a:pt x="392528" y="610978"/>
                        <a:pt x="292128" y="610978"/>
                      </a:cubicBezTo>
                      <a:lnTo>
                        <a:pt x="281233" y="610978"/>
                      </a:lnTo>
                      <a:cubicBezTo>
                        <a:pt x="310240" y="766879"/>
                        <a:pt x="377411" y="844858"/>
                        <a:pt x="482630" y="844858"/>
                      </a:cubicBezTo>
                      <a:cubicBezTo>
                        <a:pt x="556390" y="844858"/>
                        <a:pt x="615375" y="811027"/>
                        <a:pt x="659527" y="743337"/>
                      </a:cubicBezTo>
                      <a:cubicBezTo>
                        <a:pt x="703680" y="675647"/>
                        <a:pt x="734199" y="592851"/>
                        <a:pt x="751142" y="494950"/>
                      </a:cubicBezTo>
                      <a:cubicBezTo>
                        <a:pt x="759585" y="490133"/>
                        <a:pt x="769311" y="487711"/>
                        <a:pt x="780178" y="487711"/>
                      </a:cubicBezTo>
                      <a:close/>
                      <a:moveTo>
                        <a:pt x="373760" y="121472"/>
                      </a:moveTo>
                      <a:cubicBezTo>
                        <a:pt x="344752" y="121472"/>
                        <a:pt x="319624" y="155331"/>
                        <a:pt x="298489" y="223021"/>
                      </a:cubicBezTo>
                      <a:cubicBezTo>
                        <a:pt x="277325" y="290740"/>
                        <a:pt x="266715" y="368661"/>
                        <a:pt x="266715" y="456901"/>
                      </a:cubicBezTo>
                      <a:cubicBezTo>
                        <a:pt x="266715" y="477479"/>
                        <a:pt x="267314" y="492556"/>
                        <a:pt x="268540" y="502218"/>
                      </a:cubicBezTo>
                      <a:cubicBezTo>
                        <a:pt x="273332" y="503443"/>
                        <a:pt x="281233" y="504013"/>
                        <a:pt x="292128" y="504013"/>
                      </a:cubicBezTo>
                      <a:cubicBezTo>
                        <a:pt x="334427" y="504013"/>
                        <a:pt x="368341" y="476823"/>
                        <a:pt x="393754" y="422443"/>
                      </a:cubicBezTo>
                      <a:cubicBezTo>
                        <a:pt x="419139" y="368063"/>
                        <a:pt x="431832" y="309436"/>
                        <a:pt x="431832" y="246563"/>
                      </a:cubicBezTo>
                      <a:cubicBezTo>
                        <a:pt x="431832" y="210309"/>
                        <a:pt x="426669" y="180412"/>
                        <a:pt x="416401" y="156813"/>
                      </a:cubicBezTo>
                      <a:cubicBezTo>
                        <a:pt x="406104" y="133243"/>
                        <a:pt x="391900" y="121443"/>
                        <a:pt x="373760" y="121443"/>
                      </a:cubicBezTo>
                      <a:close/>
                    </a:path>
                  </a:pathLst>
                </a:custGeom>
                <a:solidFill>
                  <a:srgbClr val="134CA8"/>
                </a:solidFill>
                <a:ln w="28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6" name="Forma Livre 15">
                  <a:extLst>
                    <a:ext uri="{FF2B5EF4-FFF2-40B4-BE49-F238E27FC236}">
                      <a16:creationId xmlns:a16="http://schemas.microsoft.com/office/drawing/2014/main" id="{99A0ABAA-868A-E71E-DE1D-DAA06A6F1FF1}"/>
                    </a:ext>
                  </a:extLst>
                </p:cNvPr>
                <p:cNvSpPr/>
                <p:nvPr/>
              </p:nvSpPr>
              <p:spPr>
                <a:xfrm>
                  <a:off x="3969699" y="2159093"/>
                  <a:ext cx="553337" cy="1285427"/>
                </a:xfrm>
                <a:custGeom>
                  <a:avLst/>
                  <a:gdLst>
                    <a:gd name="connsiteX0" fmla="*/ 203223 w 553337"/>
                    <a:gd name="connsiteY0" fmla="*/ 1285399 h 1285427"/>
                    <a:gd name="connsiteX1" fmla="*/ 43554 w 553337"/>
                    <a:gd name="connsiteY1" fmla="*/ 1179318 h 1285427"/>
                    <a:gd name="connsiteX2" fmla="*/ 0 w 553337"/>
                    <a:gd name="connsiteY2" fmla="*/ 861160 h 1285427"/>
                    <a:gd name="connsiteX3" fmla="*/ 19966 w 553337"/>
                    <a:gd name="connsiteY3" fmla="*/ 402464 h 1285427"/>
                    <a:gd name="connsiteX4" fmla="*/ 146977 w 553337"/>
                    <a:gd name="connsiteY4" fmla="*/ 380718 h 1285427"/>
                    <a:gd name="connsiteX5" fmla="*/ 272191 w 553337"/>
                    <a:gd name="connsiteY5" fmla="*/ 402464 h 1285427"/>
                    <a:gd name="connsiteX6" fmla="*/ 257673 w 553337"/>
                    <a:gd name="connsiteY6" fmla="*/ 763259 h 1285427"/>
                    <a:gd name="connsiteX7" fmla="*/ 321164 w 553337"/>
                    <a:gd name="connsiteY7" fmla="*/ 1078709 h 1285427"/>
                    <a:gd name="connsiteX8" fmla="*/ 455420 w 553337"/>
                    <a:gd name="connsiteY8" fmla="*/ 765083 h 1285427"/>
                    <a:gd name="connsiteX9" fmla="*/ 484427 w 553337"/>
                    <a:gd name="connsiteY9" fmla="*/ 757844 h 1285427"/>
                    <a:gd name="connsiteX10" fmla="*/ 530691 w 553337"/>
                    <a:gd name="connsiteY10" fmla="*/ 773263 h 1285427"/>
                    <a:gd name="connsiteX11" fmla="*/ 553338 w 553337"/>
                    <a:gd name="connsiteY11" fmla="*/ 814048 h 1285427"/>
                    <a:gd name="connsiteX12" fmla="*/ 203195 w 553337"/>
                    <a:gd name="connsiteY12" fmla="*/ 1285428 h 1285427"/>
                    <a:gd name="connsiteX13" fmla="*/ 254906 w 553337"/>
                    <a:gd name="connsiteY13" fmla="*/ 230232 h 1285427"/>
                    <a:gd name="connsiteX14" fmla="*/ 152396 w 553337"/>
                    <a:gd name="connsiteY14" fmla="*/ 270105 h 1285427"/>
                    <a:gd name="connsiteX15" fmla="*/ 49886 w 553337"/>
                    <a:gd name="connsiteY15" fmla="*/ 230232 h 1285427"/>
                    <a:gd name="connsiteX16" fmla="*/ 7245 w 553337"/>
                    <a:gd name="connsiteY16" fmla="*/ 135950 h 1285427"/>
                    <a:gd name="connsiteX17" fmla="*/ 49886 w 553337"/>
                    <a:gd name="connsiteY17" fmla="*/ 39873 h 1285427"/>
                    <a:gd name="connsiteX18" fmla="*/ 152396 w 553337"/>
                    <a:gd name="connsiteY18" fmla="*/ 0 h 1285427"/>
                    <a:gd name="connsiteX19" fmla="*/ 254906 w 553337"/>
                    <a:gd name="connsiteY19" fmla="*/ 39873 h 1285427"/>
                    <a:gd name="connsiteX20" fmla="*/ 297576 w 553337"/>
                    <a:gd name="connsiteY20" fmla="*/ 135950 h 1285427"/>
                    <a:gd name="connsiteX21" fmla="*/ 254906 w 553337"/>
                    <a:gd name="connsiteY21" fmla="*/ 230232 h 12854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553337" h="1285427">
                      <a:moveTo>
                        <a:pt x="203223" y="1285399"/>
                      </a:moveTo>
                      <a:cubicBezTo>
                        <a:pt x="125784" y="1285399"/>
                        <a:pt x="72590" y="1250029"/>
                        <a:pt x="43554" y="1179318"/>
                      </a:cubicBezTo>
                      <a:cubicBezTo>
                        <a:pt x="14518" y="1108635"/>
                        <a:pt x="0" y="1002554"/>
                        <a:pt x="0" y="861160"/>
                      </a:cubicBezTo>
                      <a:cubicBezTo>
                        <a:pt x="0" y="772950"/>
                        <a:pt x="6646" y="620013"/>
                        <a:pt x="19966" y="402464"/>
                      </a:cubicBezTo>
                      <a:cubicBezTo>
                        <a:pt x="35682" y="387957"/>
                        <a:pt x="78038" y="380718"/>
                        <a:pt x="146977" y="380718"/>
                      </a:cubicBezTo>
                      <a:cubicBezTo>
                        <a:pt x="215916" y="380718"/>
                        <a:pt x="260069" y="387957"/>
                        <a:pt x="272191" y="402464"/>
                      </a:cubicBezTo>
                      <a:cubicBezTo>
                        <a:pt x="262465" y="549929"/>
                        <a:pt x="257673" y="670175"/>
                        <a:pt x="257673" y="763259"/>
                      </a:cubicBezTo>
                      <a:cubicBezTo>
                        <a:pt x="257673" y="973569"/>
                        <a:pt x="278808" y="1078709"/>
                        <a:pt x="321164" y="1078709"/>
                      </a:cubicBezTo>
                      <a:cubicBezTo>
                        <a:pt x="375585" y="1078709"/>
                        <a:pt x="420337" y="974196"/>
                        <a:pt x="455420" y="765083"/>
                      </a:cubicBezTo>
                      <a:cubicBezTo>
                        <a:pt x="463863" y="760267"/>
                        <a:pt x="473560" y="757844"/>
                        <a:pt x="484427" y="757844"/>
                      </a:cubicBezTo>
                      <a:cubicBezTo>
                        <a:pt x="501370" y="757844"/>
                        <a:pt x="516800" y="763003"/>
                        <a:pt x="530691" y="773263"/>
                      </a:cubicBezTo>
                      <a:cubicBezTo>
                        <a:pt x="544581" y="783552"/>
                        <a:pt x="552168" y="797147"/>
                        <a:pt x="553338" y="814048"/>
                      </a:cubicBezTo>
                      <a:cubicBezTo>
                        <a:pt x="463834" y="1128330"/>
                        <a:pt x="347091" y="1285428"/>
                        <a:pt x="203195" y="1285428"/>
                      </a:cubicBezTo>
                      <a:close/>
                      <a:moveTo>
                        <a:pt x="254906" y="230232"/>
                      </a:moveTo>
                      <a:cubicBezTo>
                        <a:pt x="226469" y="256823"/>
                        <a:pt x="192299" y="270105"/>
                        <a:pt x="152396" y="270105"/>
                      </a:cubicBezTo>
                      <a:cubicBezTo>
                        <a:pt x="112493" y="270105"/>
                        <a:pt x="78294" y="256823"/>
                        <a:pt x="49886" y="230232"/>
                      </a:cubicBezTo>
                      <a:cubicBezTo>
                        <a:pt x="21449" y="203640"/>
                        <a:pt x="7245" y="172204"/>
                        <a:pt x="7245" y="135950"/>
                      </a:cubicBezTo>
                      <a:cubicBezTo>
                        <a:pt x="7245" y="99697"/>
                        <a:pt x="21449" y="66465"/>
                        <a:pt x="49886" y="39873"/>
                      </a:cubicBezTo>
                      <a:cubicBezTo>
                        <a:pt x="78294" y="13282"/>
                        <a:pt x="112493" y="0"/>
                        <a:pt x="152396" y="0"/>
                      </a:cubicBezTo>
                      <a:cubicBezTo>
                        <a:pt x="192299" y="0"/>
                        <a:pt x="226469" y="13310"/>
                        <a:pt x="254906" y="39873"/>
                      </a:cubicBezTo>
                      <a:cubicBezTo>
                        <a:pt x="283315" y="66465"/>
                        <a:pt x="297576" y="98500"/>
                        <a:pt x="297576" y="135950"/>
                      </a:cubicBezTo>
                      <a:cubicBezTo>
                        <a:pt x="297576" y="173401"/>
                        <a:pt x="283315" y="203669"/>
                        <a:pt x="254906" y="230232"/>
                      </a:cubicBezTo>
                      <a:close/>
                    </a:path>
                  </a:pathLst>
                </a:custGeom>
                <a:solidFill>
                  <a:srgbClr val="134CA8"/>
                </a:solidFill>
                <a:ln w="28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7" name="Forma Livre 16">
                  <a:extLst>
                    <a:ext uri="{FF2B5EF4-FFF2-40B4-BE49-F238E27FC236}">
                      <a16:creationId xmlns:a16="http://schemas.microsoft.com/office/drawing/2014/main" id="{6FFE7625-3416-0EDB-496E-ED39E4B118FB}"/>
                    </a:ext>
                  </a:extLst>
                </p:cNvPr>
                <p:cNvSpPr/>
                <p:nvPr/>
              </p:nvSpPr>
              <p:spPr>
                <a:xfrm>
                  <a:off x="4348821" y="2244312"/>
                  <a:ext cx="676783" cy="1200180"/>
                </a:xfrm>
                <a:custGeom>
                  <a:avLst/>
                  <a:gdLst>
                    <a:gd name="connsiteX0" fmla="*/ 607844 w 676783"/>
                    <a:gd name="connsiteY0" fmla="*/ 672597 h 1200180"/>
                    <a:gd name="connsiteX1" fmla="*/ 654108 w 676783"/>
                    <a:gd name="connsiteY1" fmla="*/ 688016 h 1200180"/>
                    <a:gd name="connsiteX2" fmla="*/ 676783 w 676783"/>
                    <a:gd name="connsiteY2" fmla="*/ 728801 h 1200180"/>
                    <a:gd name="connsiteX3" fmla="*/ 301198 w 676783"/>
                    <a:gd name="connsiteY3" fmla="*/ 1200181 h 1200180"/>
                    <a:gd name="connsiteX4" fmla="*/ 122476 w 676783"/>
                    <a:gd name="connsiteY4" fmla="*/ 1088656 h 1200180"/>
                    <a:gd name="connsiteX5" fmla="*/ 74387 w 676783"/>
                    <a:gd name="connsiteY5" fmla="*/ 752343 h 1200180"/>
                    <a:gd name="connsiteX6" fmla="*/ 90730 w 676783"/>
                    <a:gd name="connsiteY6" fmla="*/ 362562 h 1200180"/>
                    <a:gd name="connsiteX7" fmla="*/ 48973 w 676783"/>
                    <a:gd name="connsiteY7" fmla="*/ 361650 h 1200180"/>
                    <a:gd name="connsiteX8" fmla="*/ 9070 w 676783"/>
                    <a:gd name="connsiteY8" fmla="*/ 360767 h 1200180"/>
                    <a:gd name="connsiteX9" fmla="*/ 0 w 676783"/>
                    <a:gd name="connsiteY9" fmla="*/ 308182 h 1200180"/>
                    <a:gd name="connsiteX10" fmla="*/ 14518 w 676783"/>
                    <a:gd name="connsiteY10" fmla="*/ 251066 h 1200180"/>
                    <a:gd name="connsiteX11" fmla="*/ 54421 w 676783"/>
                    <a:gd name="connsiteY11" fmla="*/ 228408 h 1200180"/>
                    <a:gd name="connsiteX12" fmla="*/ 97975 w 676783"/>
                    <a:gd name="connsiteY12" fmla="*/ 228408 h 1200180"/>
                    <a:gd name="connsiteX13" fmla="*/ 112493 w 676783"/>
                    <a:gd name="connsiteY13" fmla="*/ 21746 h 1200180"/>
                    <a:gd name="connsiteX14" fmla="*/ 237679 w 676783"/>
                    <a:gd name="connsiteY14" fmla="*/ 0 h 1200180"/>
                    <a:gd name="connsiteX15" fmla="*/ 351969 w 676783"/>
                    <a:gd name="connsiteY15" fmla="*/ 21746 h 1200180"/>
                    <a:gd name="connsiteX16" fmla="*/ 341101 w 676783"/>
                    <a:gd name="connsiteY16" fmla="*/ 230260 h 1200180"/>
                    <a:gd name="connsiteX17" fmla="*/ 518911 w 676783"/>
                    <a:gd name="connsiteY17" fmla="*/ 221168 h 1200180"/>
                    <a:gd name="connsiteX18" fmla="*/ 524359 w 676783"/>
                    <a:gd name="connsiteY18" fmla="*/ 261041 h 1200180"/>
                    <a:gd name="connsiteX19" fmla="*/ 379208 w 676783"/>
                    <a:gd name="connsiteY19" fmla="*/ 364386 h 1200180"/>
                    <a:gd name="connsiteX20" fmla="*/ 333857 w 676783"/>
                    <a:gd name="connsiteY20" fmla="*/ 364386 h 1200180"/>
                    <a:gd name="connsiteX21" fmla="*/ 326612 w 676783"/>
                    <a:gd name="connsiteY21" fmla="*/ 658090 h 1200180"/>
                    <a:gd name="connsiteX22" fmla="*/ 346578 w 676783"/>
                    <a:gd name="connsiteY22" fmla="*/ 910097 h 1200180"/>
                    <a:gd name="connsiteX23" fmla="*/ 417314 w 676783"/>
                    <a:gd name="connsiteY23" fmla="*/ 993491 h 1200180"/>
                    <a:gd name="connsiteX24" fmla="*/ 578808 w 676783"/>
                    <a:gd name="connsiteY24" fmla="*/ 679865 h 1200180"/>
                    <a:gd name="connsiteX25" fmla="*/ 607816 w 676783"/>
                    <a:gd name="connsiteY25" fmla="*/ 672626 h 12001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676783" h="1200180">
                      <a:moveTo>
                        <a:pt x="607844" y="672597"/>
                      </a:moveTo>
                      <a:cubicBezTo>
                        <a:pt x="624787" y="672597"/>
                        <a:pt x="640189" y="677756"/>
                        <a:pt x="654108" y="688016"/>
                      </a:cubicBezTo>
                      <a:cubicBezTo>
                        <a:pt x="667999" y="698305"/>
                        <a:pt x="675557" y="711900"/>
                        <a:pt x="676783" y="728801"/>
                      </a:cubicBezTo>
                      <a:cubicBezTo>
                        <a:pt x="587251" y="1043083"/>
                        <a:pt x="462066" y="1200181"/>
                        <a:pt x="301198" y="1200181"/>
                      </a:cubicBezTo>
                      <a:cubicBezTo>
                        <a:pt x="214090" y="1200181"/>
                        <a:pt x="154507" y="1163015"/>
                        <a:pt x="122476" y="1088656"/>
                      </a:cubicBezTo>
                      <a:cubicBezTo>
                        <a:pt x="90417" y="1014325"/>
                        <a:pt x="74387" y="902259"/>
                        <a:pt x="74387" y="752343"/>
                      </a:cubicBezTo>
                      <a:cubicBezTo>
                        <a:pt x="74387" y="671372"/>
                        <a:pt x="79835" y="541435"/>
                        <a:pt x="90730" y="362562"/>
                      </a:cubicBezTo>
                      <a:cubicBezTo>
                        <a:pt x="81033" y="362562"/>
                        <a:pt x="67142" y="362277"/>
                        <a:pt x="48973" y="361650"/>
                      </a:cubicBezTo>
                      <a:cubicBezTo>
                        <a:pt x="30833" y="361052"/>
                        <a:pt x="17541" y="360767"/>
                        <a:pt x="9070" y="360767"/>
                      </a:cubicBezTo>
                      <a:cubicBezTo>
                        <a:pt x="3023" y="340218"/>
                        <a:pt x="0" y="322689"/>
                        <a:pt x="0" y="308182"/>
                      </a:cubicBezTo>
                      <a:cubicBezTo>
                        <a:pt x="0" y="285239"/>
                        <a:pt x="4849" y="266172"/>
                        <a:pt x="14518" y="251066"/>
                      </a:cubicBezTo>
                      <a:cubicBezTo>
                        <a:pt x="24216" y="235989"/>
                        <a:pt x="37507" y="228408"/>
                        <a:pt x="54421" y="228408"/>
                      </a:cubicBezTo>
                      <a:lnTo>
                        <a:pt x="97975" y="228408"/>
                      </a:lnTo>
                      <a:cubicBezTo>
                        <a:pt x="106418" y="109986"/>
                        <a:pt x="111267" y="41099"/>
                        <a:pt x="112493" y="21746"/>
                      </a:cubicBezTo>
                      <a:cubicBezTo>
                        <a:pt x="128209" y="7239"/>
                        <a:pt x="169938" y="0"/>
                        <a:pt x="237679" y="0"/>
                      </a:cubicBezTo>
                      <a:cubicBezTo>
                        <a:pt x="301769" y="0"/>
                        <a:pt x="339875" y="7239"/>
                        <a:pt x="351969" y="21746"/>
                      </a:cubicBezTo>
                      <a:lnTo>
                        <a:pt x="341101" y="230260"/>
                      </a:lnTo>
                      <a:cubicBezTo>
                        <a:pt x="424558" y="227838"/>
                        <a:pt x="483800" y="224817"/>
                        <a:pt x="518911" y="221168"/>
                      </a:cubicBezTo>
                      <a:cubicBezTo>
                        <a:pt x="522534" y="234478"/>
                        <a:pt x="524359" y="247760"/>
                        <a:pt x="524359" y="261041"/>
                      </a:cubicBezTo>
                      <a:cubicBezTo>
                        <a:pt x="524359" y="329957"/>
                        <a:pt x="475956" y="364386"/>
                        <a:pt x="379208" y="364386"/>
                      </a:cubicBezTo>
                      <a:lnTo>
                        <a:pt x="333857" y="364386"/>
                      </a:lnTo>
                      <a:cubicBezTo>
                        <a:pt x="329008" y="502189"/>
                        <a:pt x="326612" y="600090"/>
                        <a:pt x="326612" y="658090"/>
                      </a:cubicBezTo>
                      <a:cubicBezTo>
                        <a:pt x="326612" y="770498"/>
                        <a:pt x="333229" y="854520"/>
                        <a:pt x="346578" y="910097"/>
                      </a:cubicBezTo>
                      <a:cubicBezTo>
                        <a:pt x="359869" y="965702"/>
                        <a:pt x="383429" y="993491"/>
                        <a:pt x="417314" y="993491"/>
                      </a:cubicBezTo>
                      <a:cubicBezTo>
                        <a:pt x="489875" y="993491"/>
                        <a:pt x="543697" y="888977"/>
                        <a:pt x="578808" y="679865"/>
                      </a:cubicBezTo>
                      <a:cubicBezTo>
                        <a:pt x="587251" y="675048"/>
                        <a:pt x="596949" y="672626"/>
                        <a:pt x="607816" y="672626"/>
                      </a:cubicBezTo>
                      <a:close/>
                    </a:path>
                  </a:pathLst>
                </a:custGeom>
                <a:solidFill>
                  <a:srgbClr val="134CA8"/>
                </a:solidFill>
                <a:ln w="28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8" name="Forma Livre 17">
                  <a:extLst>
                    <a:ext uri="{FF2B5EF4-FFF2-40B4-BE49-F238E27FC236}">
                      <a16:creationId xmlns:a16="http://schemas.microsoft.com/office/drawing/2014/main" id="{A5CCDA0D-6E05-667E-49A9-735D8E5827BC}"/>
                    </a:ext>
                  </a:extLst>
                </p:cNvPr>
                <p:cNvSpPr/>
                <p:nvPr/>
              </p:nvSpPr>
              <p:spPr>
                <a:xfrm>
                  <a:off x="4889552" y="2429227"/>
                  <a:ext cx="816487" cy="1015265"/>
                </a:xfrm>
                <a:custGeom>
                  <a:avLst/>
                  <a:gdLst>
                    <a:gd name="connsiteX0" fmla="*/ 816487 w 816487"/>
                    <a:gd name="connsiteY0" fmla="*/ 436893 h 1015265"/>
                    <a:gd name="connsiteX1" fmla="*/ 769311 w 816487"/>
                    <a:gd name="connsiteY1" fmla="*/ 535706 h 1015265"/>
                    <a:gd name="connsiteX2" fmla="*/ 635027 w 816487"/>
                    <a:gd name="connsiteY2" fmla="*/ 598266 h 1015265"/>
                    <a:gd name="connsiteX3" fmla="*/ 516201 w 816487"/>
                    <a:gd name="connsiteY3" fmla="*/ 896502 h 1015265"/>
                    <a:gd name="connsiteX4" fmla="*/ 302995 w 816487"/>
                    <a:gd name="connsiteY4" fmla="*/ 1015266 h 1015265"/>
                    <a:gd name="connsiteX5" fmla="*/ 77096 w 816487"/>
                    <a:gd name="connsiteY5" fmla="*/ 880199 h 1015265"/>
                    <a:gd name="connsiteX6" fmla="*/ 0 w 816487"/>
                    <a:gd name="connsiteY6" fmla="*/ 547506 h 1015265"/>
                    <a:gd name="connsiteX7" fmla="*/ 68939 w 816487"/>
                    <a:gd name="connsiteY7" fmla="*/ 219344 h 1015265"/>
                    <a:gd name="connsiteX8" fmla="*/ 252196 w 816487"/>
                    <a:gd name="connsiteY8" fmla="*/ 77950 h 1015265"/>
                    <a:gd name="connsiteX9" fmla="*/ 261295 w 816487"/>
                    <a:gd name="connsiteY9" fmla="*/ 77950 h 1015265"/>
                    <a:gd name="connsiteX10" fmla="*/ 408244 w 816487"/>
                    <a:gd name="connsiteY10" fmla="*/ 0 h 1015265"/>
                    <a:gd name="connsiteX11" fmla="*/ 586938 w 816487"/>
                    <a:gd name="connsiteY11" fmla="*/ 122384 h 1015265"/>
                    <a:gd name="connsiteX12" fmla="*/ 649544 w 816487"/>
                    <a:gd name="connsiteY12" fmla="*/ 424239 h 1015265"/>
                    <a:gd name="connsiteX13" fmla="*/ 647719 w 816487"/>
                    <a:gd name="connsiteY13" fmla="*/ 480443 h 1015265"/>
                    <a:gd name="connsiteX14" fmla="*/ 747519 w 816487"/>
                    <a:gd name="connsiteY14" fmla="*/ 375274 h 1015265"/>
                    <a:gd name="connsiteX15" fmla="*/ 760212 w 816487"/>
                    <a:gd name="connsiteY15" fmla="*/ 373478 h 1015265"/>
                    <a:gd name="connsiteX16" fmla="*/ 801969 w 816487"/>
                    <a:gd name="connsiteY16" fmla="*/ 391605 h 1015265"/>
                    <a:gd name="connsiteX17" fmla="*/ 816487 w 816487"/>
                    <a:gd name="connsiteY17" fmla="*/ 436922 h 1015265"/>
                    <a:gd name="connsiteX18" fmla="*/ 402796 w 816487"/>
                    <a:gd name="connsiteY18" fmla="*/ 815844 h 1015265"/>
                    <a:gd name="connsiteX19" fmla="*/ 524359 w 816487"/>
                    <a:gd name="connsiteY19" fmla="*/ 598295 h 1015265"/>
                    <a:gd name="connsiteX20" fmla="*/ 264918 w 816487"/>
                    <a:gd name="connsiteY20" fmla="*/ 402492 h 1015265"/>
                    <a:gd name="connsiteX21" fmla="*/ 261295 w 816487"/>
                    <a:gd name="connsiteY21" fmla="*/ 480443 h 1015265"/>
                    <a:gd name="connsiteX22" fmla="*/ 297576 w 816487"/>
                    <a:gd name="connsiteY22" fmla="*/ 716147 h 1015265"/>
                    <a:gd name="connsiteX23" fmla="*/ 402824 w 816487"/>
                    <a:gd name="connsiteY23" fmla="*/ 815872 h 1015265"/>
                    <a:gd name="connsiteX24" fmla="*/ 495351 w 816487"/>
                    <a:gd name="connsiteY24" fmla="*/ 253774 h 1015265"/>
                    <a:gd name="connsiteX25" fmla="*/ 417342 w 816487"/>
                    <a:gd name="connsiteY25" fmla="*/ 161316 h 1015265"/>
                    <a:gd name="connsiteX26" fmla="*/ 370166 w 816487"/>
                    <a:gd name="connsiteY26" fmla="*/ 230232 h 1015265"/>
                    <a:gd name="connsiteX27" fmla="*/ 414604 w 816487"/>
                    <a:gd name="connsiteY27" fmla="*/ 373478 h 1015265"/>
                    <a:gd name="connsiteX28" fmla="*/ 529807 w 816487"/>
                    <a:gd name="connsiteY28" fmla="*/ 476795 h 1015265"/>
                    <a:gd name="connsiteX29" fmla="*/ 495351 w 816487"/>
                    <a:gd name="connsiteY29" fmla="*/ 253802 h 10152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816487" h="1015265">
                      <a:moveTo>
                        <a:pt x="816487" y="436893"/>
                      </a:moveTo>
                      <a:cubicBezTo>
                        <a:pt x="816487" y="470752"/>
                        <a:pt x="800743" y="503700"/>
                        <a:pt x="769311" y="535706"/>
                      </a:cubicBezTo>
                      <a:cubicBezTo>
                        <a:pt x="737822" y="567742"/>
                        <a:pt x="693098" y="588576"/>
                        <a:pt x="635027" y="598266"/>
                      </a:cubicBezTo>
                      <a:cubicBezTo>
                        <a:pt x="613264" y="717885"/>
                        <a:pt x="573617" y="817354"/>
                        <a:pt x="516201" y="896502"/>
                      </a:cubicBezTo>
                      <a:cubicBezTo>
                        <a:pt x="458728" y="975649"/>
                        <a:pt x="387650" y="1015266"/>
                        <a:pt x="302995" y="1015266"/>
                      </a:cubicBezTo>
                      <a:cubicBezTo>
                        <a:pt x="203794" y="1015266"/>
                        <a:pt x="128494" y="970234"/>
                        <a:pt x="77096" y="880199"/>
                      </a:cubicBezTo>
                      <a:cubicBezTo>
                        <a:pt x="25699" y="790164"/>
                        <a:pt x="0" y="679266"/>
                        <a:pt x="0" y="547506"/>
                      </a:cubicBezTo>
                      <a:cubicBezTo>
                        <a:pt x="0" y="423042"/>
                        <a:pt x="22989" y="313626"/>
                        <a:pt x="68939" y="219344"/>
                      </a:cubicBezTo>
                      <a:cubicBezTo>
                        <a:pt x="114917" y="125063"/>
                        <a:pt x="176013" y="77950"/>
                        <a:pt x="252196" y="77950"/>
                      </a:cubicBezTo>
                      <a:lnTo>
                        <a:pt x="261295" y="77950"/>
                      </a:lnTo>
                      <a:cubicBezTo>
                        <a:pt x="292727" y="25993"/>
                        <a:pt x="341700" y="0"/>
                        <a:pt x="408244" y="0"/>
                      </a:cubicBezTo>
                      <a:cubicBezTo>
                        <a:pt x="485625" y="0"/>
                        <a:pt x="545209" y="40785"/>
                        <a:pt x="586938" y="122384"/>
                      </a:cubicBezTo>
                      <a:cubicBezTo>
                        <a:pt x="628694" y="203954"/>
                        <a:pt x="649544" y="304591"/>
                        <a:pt x="649544" y="424239"/>
                      </a:cubicBezTo>
                      <a:cubicBezTo>
                        <a:pt x="649544" y="448436"/>
                        <a:pt x="648917" y="467161"/>
                        <a:pt x="647719" y="480443"/>
                      </a:cubicBezTo>
                      <a:cubicBezTo>
                        <a:pt x="698518" y="461119"/>
                        <a:pt x="731775" y="426063"/>
                        <a:pt x="747519" y="375274"/>
                      </a:cubicBezTo>
                      <a:cubicBezTo>
                        <a:pt x="749944" y="374077"/>
                        <a:pt x="754165" y="373478"/>
                        <a:pt x="760212" y="373478"/>
                      </a:cubicBezTo>
                      <a:cubicBezTo>
                        <a:pt x="778352" y="373478"/>
                        <a:pt x="792271" y="379520"/>
                        <a:pt x="801969" y="391605"/>
                      </a:cubicBezTo>
                      <a:cubicBezTo>
                        <a:pt x="811610" y="403718"/>
                        <a:pt x="816487" y="418795"/>
                        <a:pt x="816487" y="436922"/>
                      </a:cubicBezTo>
                      <a:close/>
                      <a:moveTo>
                        <a:pt x="402796" y="815844"/>
                      </a:moveTo>
                      <a:cubicBezTo>
                        <a:pt x="468112" y="815844"/>
                        <a:pt x="508614" y="743337"/>
                        <a:pt x="524359" y="598295"/>
                      </a:cubicBezTo>
                      <a:cubicBezTo>
                        <a:pt x="405819" y="581365"/>
                        <a:pt x="319339" y="516098"/>
                        <a:pt x="264918" y="402492"/>
                      </a:cubicBezTo>
                      <a:cubicBezTo>
                        <a:pt x="262465" y="436352"/>
                        <a:pt x="261295" y="462316"/>
                        <a:pt x="261295" y="480443"/>
                      </a:cubicBezTo>
                      <a:cubicBezTo>
                        <a:pt x="261295" y="571105"/>
                        <a:pt x="273360" y="649682"/>
                        <a:pt x="297576" y="716147"/>
                      </a:cubicBezTo>
                      <a:cubicBezTo>
                        <a:pt x="321763" y="782611"/>
                        <a:pt x="356846" y="815872"/>
                        <a:pt x="402824" y="815872"/>
                      </a:cubicBezTo>
                      <a:close/>
                      <a:moveTo>
                        <a:pt x="495351" y="253774"/>
                      </a:moveTo>
                      <a:cubicBezTo>
                        <a:pt x="474758" y="192126"/>
                        <a:pt x="448774" y="161316"/>
                        <a:pt x="417342" y="161316"/>
                      </a:cubicBezTo>
                      <a:cubicBezTo>
                        <a:pt x="385910" y="161316"/>
                        <a:pt x="370166" y="184317"/>
                        <a:pt x="370166" y="230232"/>
                      </a:cubicBezTo>
                      <a:cubicBezTo>
                        <a:pt x="370166" y="276147"/>
                        <a:pt x="384969" y="322689"/>
                        <a:pt x="414604" y="373478"/>
                      </a:cubicBezTo>
                      <a:cubicBezTo>
                        <a:pt x="444239" y="424239"/>
                        <a:pt x="482659" y="458697"/>
                        <a:pt x="529807" y="476795"/>
                      </a:cubicBezTo>
                      <a:cubicBezTo>
                        <a:pt x="527354" y="389781"/>
                        <a:pt x="515888" y="315450"/>
                        <a:pt x="495351" y="253802"/>
                      </a:cubicBezTo>
                      <a:close/>
                    </a:path>
                  </a:pathLst>
                </a:custGeom>
                <a:solidFill>
                  <a:srgbClr val="134CA8"/>
                </a:solidFill>
                <a:ln w="28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sp>
            <p:nvSpPr>
              <p:cNvPr id="19" name="Forma Livre 18">
                <a:extLst>
                  <a:ext uri="{FF2B5EF4-FFF2-40B4-BE49-F238E27FC236}">
                    <a16:creationId xmlns:a16="http://schemas.microsoft.com/office/drawing/2014/main" id="{447F86EF-C2D0-0803-93A9-CD733C03E6DB}"/>
                  </a:ext>
                </a:extLst>
              </p:cNvPr>
              <p:cNvSpPr/>
              <p:nvPr/>
            </p:nvSpPr>
            <p:spPr>
              <a:xfrm>
                <a:off x="2209800" y="1885284"/>
                <a:ext cx="994268" cy="2126665"/>
              </a:xfrm>
              <a:custGeom>
                <a:avLst/>
                <a:gdLst>
                  <a:gd name="connsiteX0" fmla="*/ 994268 w 994268"/>
                  <a:gd name="connsiteY0" fmla="*/ 63472 h 2126665"/>
                  <a:gd name="connsiteX1" fmla="*/ 876356 w 994268"/>
                  <a:gd name="connsiteY1" fmla="*/ 219401 h 2126665"/>
                  <a:gd name="connsiteX2" fmla="*/ 852768 w 994268"/>
                  <a:gd name="connsiteY2" fmla="*/ 509485 h 2126665"/>
                  <a:gd name="connsiteX3" fmla="*/ 864548 w 994268"/>
                  <a:gd name="connsiteY3" fmla="*/ 943699 h 2126665"/>
                  <a:gd name="connsiteX4" fmla="*/ 876356 w 994268"/>
                  <a:gd name="connsiteY4" fmla="*/ 1397836 h 2126665"/>
                  <a:gd name="connsiteX5" fmla="*/ 858216 w 994268"/>
                  <a:gd name="connsiteY5" fmla="*/ 1682505 h 2126665"/>
                  <a:gd name="connsiteX6" fmla="*/ 794696 w 994268"/>
                  <a:gd name="connsiteY6" fmla="*/ 1910029 h 2126665"/>
                  <a:gd name="connsiteX7" fmla="*/ 661353 w 994268"/>
                  <a:gd name="connsiteY7" fmla="*/ 2071374 h 2126665"/>
                  <a:gd name="connsiteX8" fmla="*/ 444524 w 994268"/>
                  <a:gd name="connsiteY8" fmla="*/ 2126666 h 2126665"/>
                  <a:gd name="connsiteX9" fmla="*/ 116115 w 994268"/>
                  <a:gd name="connsiteY9" fmla="*/ 2006106 h 2126665"/>
                  <a:gd name="connsiteX10" fmla="*/ 0 w 994268"/>
                  <a:gd name="connsiteY10" fmla="*/ 1700603 h 2126665"/>
                  <a:gd name="connsiteX11" fmla="*/ 174159 w 994268"/>
                  <a:gd name="connsiteY11" fmla="*/ 1224692 h 2126665"/>
                  <a:gd name="connsiteX12" fmla="*/ 586025 w 994268"/>
                  <a:gd name="connsiteY12" fmla="*/ 911949 h 2126665"/>
                  <a:gd name="connsiteX13" fmla="*/ 656761 w 994268"/>
                  <a:gd name="connsiteY13" fmla="*/ 308211 h 2126665"/>
                  <a:gd name="connsiteX14" fmla="*/ 396407 w 994268"/>
                  <a:gd name="connsiteY14" fmla="*/ 465936 h 2126665"/>
                  <a:gd name="connsiteX15" fmla="*/ 302967 w 994268"/>
                  <a:gd name="connsiteY15" fmla="*/ 703435 h 2126665"/>
                  <a:gd name="connsiteX16" fmla="*/ 332003 w 994268"/>
                  <a:gd name="connsiteY16" fmla="*/ 861160 h 2126665"/>
                  <a:gd name="connsiteX17" fmla="*/ 219510 w 994268"/>
                  <a:gd name="connsiteY17" fmla="*/ 908301 h 2126665"/>
                  <a:gd name="connsiteX18" fmla="*/ 90702 w 994268"/>
                  <a:gd name="connsiteY18" fmla="*/ 850273 h 2126665"/>
                  <a:gd name="connsiteX19" fmla="*/ 38049 w 994268"/>
                  <a:gd name="connsiteY19" fmla="*/ 688928 h 2126665"/>
                  <a:gd name="connsiteX20" fmla="*/ 216772 w 994268"/>
                  <a:gd name="connsiteY20" fmla="*/ 395225 h 2126665"/>
                  <a:gd name="connsiteX21" fmla="*/ 716658 w 994268"/>
                  <a:gd name="connsiteY21" fmla="*/ 141422 h 2126665"/>
                  <a:gd name="connsiteX22" fmla="*/ 912608 w 994268"/>
                  <a:gd name="connsiteY22" fmla="*/ 0 h 2126665"/>
                  <a:gd name="connsiteX23" fmla="*/ 994240 w 994268"/>
                  <a:gd name="connsiteY23" fmla="*/ 63472 h 2126665"/>
                  <a:gd name="connsiteX24" fmla="*/ 375585 w 994268"/>
                  <a:gd name="connsiteY24" fmla="*/ 1983448 h 2126665"/>
                  <a:gd name="connsiteX25" fmla="*/ 457217 w 994268"/>
                  <a:gd name="connsiteY25" fmla="*/ 1938131 h 2126665"/>
                  <a:gd name="connsiteX26" fmla="*/ 511638 w 994268"/>
                  <a:gd name="connsiteY26" fmla="*/ 1811216 h 2126665"/>
                  <a:gd name="connsiteX27" fmla="*/ 544296 w 994268"/>
                  <a:gd name="connsiteY27" fmla="*/ 1622681 h 2126665"/>
                  <a:gd name="connsiteX28" fmla="*/ 564262 w 994268"/>
                  <a:gd name="connsiteY28" fmla="*/ 1388801 h 2126665"/>
                  <a:gd name="connsiteX29" fmla="*/ 576955 w 994268"/>
                  <a:gd name="connsiteY29" fmla="*/ 1127731 h 2126665"/>
                  <a:gd name="connsiteX30" fmla="*/ 578751 w 994268"/>
                  <a:gd name="connsiteY30" fmla="*/ 1067879 h 2126665"/>
                  <a:gd name="connsiteX31" fmla="*/ 312950 w 994268"/>
                  <a:gd name="connsiteY31" fmla="*/ 1321709 h 2126665"/>
                  <a:gd name="connsiteX32" fmla="*/ 217684 w 994268"/>
                  <a:gd name="connsiteY32" fmla="*/ 1686124 h 2126665"/>
                  <a:gd name="connsiteX33" fmla="*/ 257587 w 994268"/>
                  <a:gd name="connsiteY33" fmla="*/ 1901877 h 2126665"/>
                  <a:gd name="connsiteX34" fmla="*/ 375557 w 994268"/>
                  <a:gd name="connsiteY34" fmla="*/ 1983448 h 212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994268" h="2126665">
                    <a:moveTo>
                      <a:pt x="994268" y="63472"/>
                    </a:moveTo>
                    <a:cubicBezTo>
                      <a:pt x="994268" y="117852"/>
                      <a:pt x="954964" y="169838"/>
                      <a:pt x="876356" y="219401"/>
                    </a:cubicBezTo>
                    <a:cubicBezTo>
                      <a:pt x="860612" y="287091"/>
                      <a:pt x="852768" y="383767"/>
                      <a:pt x="852768" y="509485"/>
                    </a:cubicBezTo>
                    <a:cubicBezTo>
                      <a:pt x="852768" y="595302"/>
                      <a:pt x="856675" y="740031"/>
                      <a:pt x="864548" y="943699"/>
                    </a:cubicBezTo>
                    <a:cubicBezTo>
                      <a:pt x="872391" y="1147397"/>
                      <a:pt x="876356" y="1298766"/>
                      <a:pt x="876356" y="1397836"/>
                    </a:cubicBezTo>
                    <a:cubicBezTo>
                      <a:pt x="876356" y="1506624"/>
                      <a:pt x="870281" y="1601505"/>
                      <a:pt x="858216" y="1682505"/>
                    </a:cubicBezTo>
                    <a:cubicBezTo>
                      <a:pt x="846094" y="1763448"/>
                      <a:pt x="824930" y="1839318"/>
                      <a:pt x="794696" y="1910029"/>
                    </a:cubicBezTo>
                    <a:cubicBezTo>
                      <a:pt x="764462" y="1980712"/>
                      <a:pt x="719995" y="2034493"/>
                      <a:pt x="661353" y="2071374"/>
                    </a:cubicBezTo>
                    <a:cubicBezTo>
                      <a:pt x="602653" y="2108225"/>
                      <a:pt x="530406" y="2126666"/>
                      <a:pt x="444524" y="2126666"/>
                    </a:cubicBezTo>
                    <a:cubicBezTo>
                      <a:pt x="302995" y="2126666"/>
                      <a:pt x="193526" y="2086479"/>
                      <a:pt x="116115" y="2006106"/>
                    </a:cubicBezTo>
                    <a:cubicBezTo>
                      <a:pt x="38705" y="1925733"/>
                      <a:pt x="0" y="1823899"/>
                      <a:pt x="0" y="1700603"/>
                    </a:cubicBezTo>
                    <a:cubicBezTo>
                      <a:pt x="0" y="1536237"/>
                      <a:pt x="58043" y="1377600"/>
                      <a:pt x="174159" y="1224692"/>
                    </a:cubicBezTo>
                    <a:cubicBezTo>
                      <a:pt x="290274" y="1071783"/>
                      <a:pt x="427553" y="967555"/>
                      <a:pt x="586025" y="911949"/>
                    </a:cubicBezTo>
                    <a:cubicBezTo>
                      <a:pt x="599316" y="646063"/>
                      <a:pt x="622876" y="444816"/>
                      <a:pt x="656761" y="308211"/>
                    </a:cubicBezTo>
                    <a:cubicBezTo>
                      <a:pt x="545466" y="345690"/>
                      <a:pt x="458700" y="398246"/>
                      <a:pt x="396407" y="465936"/>
                    </a:cubicBezTo>
                    <a:cubicBezTo>
                      <a:pt x="334085" y="533654"/>
                      <a:pt x="302967" y="612773"/>
                      <a:pt x="302967" y="703435"/>
                    </a:cubicBezTo>
                    <a:cubicBezTo>
                      <a:pt x="302967" y="750576"/>
                      <a:pt x="312636" y="803161"/>
                      <a:pt x="332003" y="861160"/>
                    </a:cubicBezTo>
                    <a:cubicBezTo>
                      <a:pt x="310240" y="892597"/>
                      <a:pt x="272733" y="908301"/>
                      <a:pt x="219510" y="908301"/>
                    </a:cubicBezTo>
                    <a:cubicBezTo>
                      <a:pt x="166287" y="908301"/>
                      <a:pt x="125756" y="888977"/>
                      <a:pt x="90702" y="850273"/>
                    </a:cubicBezTo>
                    <a:cubicBezTo>
                      <a:pt x="55590" y="811597"/>
                      <a:pt x="38049" y="757815"/>
                      <a:pt x="38049" y="688928"/>
                    </a:cubicBezTo>
                    <a:cubicBezTo>
                      <a:pt x="38049" y="581365"/>
                      <a:pt x="97604" y="483464"/>
                      <a:pt x="216772" y="395225"/>
                    </a:cubicBezTo>
                    <a:cubicBezTo>
                      <a:pt x="335882" y="307014"/>
                      <a:pt x="502539" y="222394"/>
                      <a:pt x="716658" y="141422"/>
                    </a:cubicBezTo>
                    <a:cubicBezTo>
                      <a:pt x="766230" y="47141"/>
                      <a:pt x="831547" y="0"/>
                      <a:pt x="912608" y="0"/>
                    </a:cubicBezTo>
                    <a:cubicBezTo>
                      <a:pt x="967058" y="0"/>
                      <a:pt x="994240" y="21148"/>
                      <a:pt x="994240" y="63472"/>
                    </a:cubicBezTo>
                    <a:close/>
                    <a:moveTo>
                      <a:pt x="375585" y="1983448"/>
                    </a:moveTo>
                    <a:cubicBezTo>
                      <a:pt x="407017" y="1983448"/>
                      <a:pt x="434228" y="1968342"/>
                      <a:pt x="457217" y="1938131"/>
                    </a:cubicBezTo>
                    <a:cubicBezTo>
                      <a:pt x="480177" y="1907920"/>
                      <a:pt x="498318" y="1865624"/>
                      <a:pt x="511638" y="1811216"/>
                    </a:cubicBezTo>
                    <a:cubicBezTo>
                      <a:pt x="524958" y="1756836"/>
                      <a:pt x="535825" y="1693991"/>
                      <a:pt x="544296" y="1622681"/>
                    </a:cubicBezTo>
                    <a:cubicBezTo>
                      <a:pt x="552739" y="1551343"/>
                      <a:pt x="559413" y="1473421"/>
                      <a:pt x="564262" y="1388801"/>
                    </a:cubicBezTo>
                    <a:cubicBezTo>
                      <a:pt x="569111" y="1304210"/>
                      <a:pt x="573332" y="1217196"/>
                      <a:pt x="576955" y="1127731"/>
                    </a:cubicBezTo>
                    <a:cubicBezTo>
                      <a:pt x="578152" y="1101140"/>
                      <a:pt x="578751" y="1081217"/>
                      <a:pt x="578751" y="1067879"/>
                    </a:cubicBezTo>
                    <a:cubicBezTo>
                      <a:pt x="465061" y="1118639"/>
                      <a:pt x="376441" y="1203287"/>
                      <a:pt x="312950" y="1321709"/>
                    </a:cubicBezTo>
                    <a:cubicBezTo>
                      <a:pt x="249458" y="1440160"/>
                      <a:pt x="217684" y="1561603"/>
                      <a:pt x="217684" y="1686124"/>
                    </a:cubicBezTo>
                    <a:cubicBezTo>
                      <a:pt x="217684" y="1775561"/>
                      <a:pt x="231004" y="1847498"/>
                      <a:pt x="257587" y="1901877"/>
                    </a:cubicBezTo>
                    <a:cubicBezTo>
                      <a:pt x="284199" y="1956258"/>
                      <a:pt x="323503" y="1983448"/>
                      <a:pt x="375557" y="1983448"/>
                    </a:cubicBezTo>
                    <a:close/>
                  </a:path>
                </a:pathLst>
              </a:custGeom>
              <a:solidFill>
                <a:srgbClr val="134CA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20" name="Gráfico 3">
              <a:extLst>
                <a:ext uri="{FF2B5EF4-FFF2-40B4-BE49-F238E27FC236}">
                  <a16:creationId xmlns:a16="http://schemas.microsoft.com/office/drawing/2014/main" id="{445697D8-BEDB-8141-0ECE-452234AFA244}"/>
                </a:ext>
              </a:extLst>
            </p:cNvPr>
            <p:cNvGrpSpPr/>
            <p:nvPr/>
          </p:nvGrpSpPr>
          <p:grpSpPr>
            <a:xfrm>
              <a:off x="5025633" y="1465377"/>
              <a:ext cx="2139306" cy="477507"/>
              <a:chOff x="5025633" y="1465377"/>
              <a:chExt cx="2139306" cy="477507"/>
            </a:xfrm>
            <a:solidFill>
              <a:srgbClr val="124592"/>
            </a:solidFill>
          </p:grpSpPr>
          <p:sp>
            <p:nvSpPr>
              <p:cNvPr id="21" name="Forma Livre 20">
                <a:extLst>
                  <a:ext uri="{FF2B5EF4-FFF2-40B4-BE49-F238E27FC236}">
                    <a16:creationId xmlns:a16="http://schemas.microsoft.com/office/drawing/2014/main" id="{80F0B934-4258-C1B3-4898-2F3F4A4A7E5D}"/>
                  </a:ext>
                </a:extLst>
              </p:cNvPr>
              <p:cNvSpPr/>
              <p:nvPr/>
            </p:nvSpPr>
            <p:spPr>
              <a:xfrm>
                <a:off x="5025633" y="1470650"/>
                <a:ext cx="379036" cy="467075"/>
              </a:xfrm>
              <a:custGeom>
                <a:avLst/>
                <a:gdLst>
                  <a:gd name="connsiteX0" fmla="*/ 45180 w 379036"/>
                  <a:gd name="connsiteY0" fmla="*/ 2138 h 467075"/>
                  <a:gd name="connsiteX1" fmla="*/ 54478 w 379036"/>
                  <a:gd name="connsiteY1" fmla="*/ 10773 h 467075"/>
                  <a:gd name="connsiteX2" fmla="*/ 325214 w 379036"/>
                  <a:gd name="connsiteY2" fmla="*/ 362762 h 467075"/>
                  <a:gd name="connsiteX3" fmla="*/ 323902 w 379036"/>
                  <a:gd name="connsiteY3" fmla="*/ 346317 h 467075"/>
                  <a:gd name="connsiteX4" fmla="*/ 323560 w 379036"/>
                  <a:gd name="connsiteY4" fmla="*/ 330841 h 467075"/>
                  <a:gd name="connsiteX5" fmla="*/ 323560 w 379036"/>
                  <a:gd name="connsiteY5" fmla="*/ 0 h 467075"/>
                  <a:gd name="connsiteX6" fmla="*/ 379036 w 379036"/>
                  <a:gd name="connsiteY6" fmla="*/ 0 h 467075"/>
                  <a:gd name="connsiteX7" fmla="*/ 379036 w 379036"/>
                  <a:gd name="connsiteY7" fmla="*/ 467076 h 467075"/>
                  <a:gd name="connsiteX8" fmla="*/ 347063 w 379036"/>
                  <a:gd name="connsiteY8" fmla="*/ 467076 h 467075"/>
                  <a:gd name="connsiteX9" fmla="*/ 334513 w 379036"/>
                  <a:gd name="connsiteY9" fmla="*/ 464454 h 467075"/>
                  <a:gd name="connsiteX10" fmla="*/ 324558 w 379036"/>
                  <a:gd name="connsiteY10" fmla="*/ 455647 h 467075"/>
                  <a:gd name="connsiteX11" fmla="*/ 54164 w 379036"/>
                  <a:gd name="connsiteY11" fmla="*/ 103972 h 467075"/>
                  <a:gd name="connsiteX12" fmla="*/ 55106 w 379036"/>
                  <a:gd name="connsiteY12" fmla="*/ 119933 h 467075"/>
                  <a:gd name="connsiteX13" fmla="*/ 55448 w 379036"/>
                  <a:gd name="connsiteY13" fmla="*/ 134269 h 467075"/>
                  <a:gd name="connsiteX14" fmla="*/ 55448 w 379036"/>
                  <a:gd name="connsiteY14" fmla="*/ 467047 h 467075"/>
                  <a:gd name="connsiteX15" fmla="*/ 0 w 379036"/>
                  <a:gd name="connsiteY15" fmla="*/ 467047 h 467075"/>
                  <a:gd name="connsiteX16" fmla="*/ 0 w 379036"/>
                  <a:gd name="connsiteY16" fmla="*/ 0 h 467075"/>
                  <a:gd name="connsiteX17" fmla="*/ 32601 w 379036"/>
                  <a:gd name="connsiteY17" fmla="*/ 0 h 467075"/>
                  <a:gd name="connsiteX18" fmla="*/ 45180 w 379036"/>
                  <a:gd name="connsiteY18" fmla="*/ 2138 h 467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379036" h="467075">
                    <a:moveTo>
                      <a:pt x="45180" y="2138"/>
                    </a:moveTo>
                    <a:cubicBezTo>
                      <a:pt x="47890" y="3563"/>
                      <a:pt x="50998" y="6413"/>
                      <a:pt x="54478" y="10773"/>
                    </a:cubicBezTo>
                    <a:lnTo>
                      <a:pt x="325214" y="362762"/>
                    </a:lnTo>
                    <a:cubicBezTo>
                      <a:pt x="324587" y="357119"/>
                      <a:pt x="324131" y="351646"/>
                      <a:pt x="323902" y="346317"/>
                    </a:cubicBezTo>
                    <a:cubicBezTo>
                      <a:pt x="323674" y="340987"/>
                      <a:pt x="323560" y="335857"/>
                      <a:pt x="323560" y="330841"/>
                    </a:cubicBezTo>
                    <a:lnTo>
                      <a:pt x="323560" y="0"/>
                    </a:lnTo>
                    <a:lnTo>
                      <a:pt x="379036" y="0"/>
                    </a:lnTo>
                    <a:lnTo>
                      <a:pt x="379036" y="467076"/>
                    </a:lnTo>
                    <a:lnTo>
                      <a:pt x="347063" y="467076"/>
                    </a:lnTo>
                    <a:cubicBezTo>
                      <a:pt x="342071" y="467076"/>
                      <a:pt x="337850" y="466221"/>
                      <a:pt x="334513" y="464454"/>
                    </a:cubicBezTo>
                    <a:cubicBezTo>
                      <a:pt x="331118" y="462715"/>
                      <a:pt x="327810" y="459780"/>
                      <a:pt x="324558" y="455647"/>
                    </a:cubicBezTo>
                    <a:lnTo>
                      <a:pt x="54164" y="103972"/>
                    </a:lnTo>
                    <a:cubicBezTo>
                      <a:pt x="54592" y="109416"/>
                      <a:pt x="54906" y="114717"/>
                      <a:pt x="55106" y="119933"/>
                    </a:cubicBezTo>
                    <a:cubicBezTo>
                      <a:pt x="55334" y="125148"/>
                      <a:pt x="55448" y="129936"/>
                      <a:pt x="55448" y="134269"/>
                    </a:cubicBezTo>
                    <a:lnTo>
                      <a:pt x="55448" y="467047"/>
                    </a:lnTo>
                    <a:lnTo>
                      <a:pt x="0" y="467047"/>
                    </a:lnTo>
                    <a:lnTo>
                      <a:pt x="0" y="0"/>
                    </a:lnTo>
                    <a:lnTo>
                      <a:pt x="32601" y="0"/>
                    </a:lnTo>
                    <a:cubicBezTo>
                      <a:pt x="38249" y="0"/>
                      <a:pt x="42442" y="713"/>
                      <a:pt x="45180" y="2138"/>
                    </a:cubicBezTo>
                    <a:close/>
                  </a:path>
                </a:pathLst>
              </a:custGeom>
              <a:solidFill>
                <a:srgbClr val="134CA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 21">
                <a:extLst>
                  <a:ext uri="{FF2B5EF4-FFF2-40B4-BE49-F238E27FC236}">
                    <a16:creationId xmlns:a16="http://schemas.microsoft.com/office/drawing/2014/main" id="{A0CD466E-5BCC-30CC-6C64-3051D98BA3DE}"/>
                  </a:ext>
                </a:extLst>
              </p:cNvPr>
              <p:cNvSpPr/>
              <p:nvPr/>
            </p:nvSpPr>
            <p:spPr>
              <a:xfrm>
                <a:off x="5492034" y="1465463"/>
                <a:ext cx="460867" cy="477108"/>
              </a:xfrm>
              <a:custGeom>
                <a:avLst/>
                <a:gdLst>
                  <a:gd name="connsiteX0" fmla="*/ 460868 w 460867"/>
                  <a:gd name="connsiteY0" fmla="*/ 238868 h 477108"/>
                  <a:gd name="connsiteX1" fmla="*/ 444239 w 460867"/>
                  <a:gd name="connsiteY1" fmla="*/ 335173 h 477108"/>
                  <a:gd name="connsiteX2" fmla="*/ 397262 w 460867"/>
                  <a:gd name="connsiteY2" fmla="*/ 410615 h 477108"/>
                  <a:gd name="connsiteX3" fmla="*/ 324359 w 460867"/>
                  <a:gd name="connsiteY3" fmla="*/ 459666 h 477108"/>
                  <a:gd name="connsiteX4" fmla="*/ 230291 w 460867"/>
                  <a:gd name="connsiteY4" fmla="*/ 477108 h 477108"/>
                  <a:gd name="connsiteX5" fmla="*/ 136338 w 460867"/>
                  <a:gd name="connsiteY5" fmla="*/ 459666 h 477108"/>
                  <a:gd name="connsiteX6" fmla="*/ 63577 w 460867"/>
                  <a:gd name="connsiteY6" fmla="*/ 410615 h 477108"/>
                  <a:gd name="connsiteX7" fmla="*/ 16629 w 460867"/>
                  <a:gd name="connsiteY7" fmla="*/ 335173 h 477108"/>
                  <a:gd name="connsiteX8" fmla="*/ 0 w 460867"/>
                  <a:gd name="connsiteY8" fmla="*/ 238868 h 477108"/>
                  <a:gd name="connsiteX9" fmla="*/ 16629 w 460867"/>
                  <a:gd name="connsiteY9" fmla="*/ 142591 h 477108"/>
                  <a:gd name="connsiteX10" fmla="*/ 63577 w 460867"/>
                  <a:gd name="connsiteY10" fmla="*/ 66978 h 477108"/>
                  <a:gd name="connsiteX11" fmla="*/ 136338 w 460867"/>
                  <a:gd name="connsiteY11" fmla="*/ 17585 h 477108"/>
                  <a:gd name="connsiteX12" fmla="*/ 230291 w 460867"/>
                  <a:gd name="connsiteY12" fmla="*/ 0 h 477108"/>
                  <a:gd name="connsiteX13" fmla="*/ 324359 w 460867"/>
                  <a:gd name="connsiteY13" fmla="*/ 17585 h 477108"/>
                  <a:gd name="connsiteX14" fmla="*/ 397262 w 460867"/>
                  <a:gd name="connsiteY14" fmla="*/ 66978 h 477108"/>
                  <a:gd name="connsiteX15" fmla="*/ 444239 w 460867"/>
                  <a:gd name="connsiteY15" fmla="*/ 142591 h 477108"/>
                  <a:gd name="connsiteX16" fmla="*/ 460868 w 460867"/>
                  <a:gd name="connsiteY16" fmla="*/ 238868 h 477108"/>
                  <a:gd name="connsiteX17" fmla="*/ 395979 w 460867"/>
                  <a:gd name="connsiteY17" fmla="*/ 238868 h 477108"/>
                  <a:gd name="connsiteX18" fmla="*/ 384256 w 460867"/>
                  <a:gd name="connsiteY18" fmla="*/ 161630 h 477108"/>
                  <a:gd name="connsiteX19" fmla="*/ 350942 w 460867"/>
                  <a:gd name="connsiteY19" fmla="*/ 103772 h 477108"/>
                  <a:gd name="connsiteX20" fmla="*/ 298774 w 460867"/>
                  <a:gd name="connsiteY20" fmla="*/ 67434 h 477108"/>
                  <a:gd name="connsiteX21" fmla="*/ 230263 w 460867"/>
                  <a:gd name="connsiteY21" fmla="*/ 54751 h 477108"/>
                  <a:gd name="connsiteX22" fmla="*/ 162094 w 460867"/>
                  <a:gd name="connsiteY22" fmla="*/ 67434 h 477108"/>
                  <a:gd name="connsiteX23" fmla="*/ 109755 w 460867"/>
                  <a:gd name="connsiteY23" fmla="*/ 103772 h 477108"/>
                  <a:gd name="connsiteX24" fmla="*/ 76298 w 460867"/>
                  <a:gd name="connsiteY24" fmla="*/ 161630 h 477108"/>
                  <a:gd name="connsiteX25" fmla="*/ 64575 w 460867"/>
                  <a:gd name="connsiteY25" fmla="*/ 238868 h 477108"/>
                  <a:gd name="connsiteX26" fmla="*/ 76298 w 460867"/>
                  <a:gd name="connsiteY26" fmla="*/ 315963 h 477108"/>
                  <a:gd name="connsiteX27" fmla="*/ 109755 w 460867"/>
                  <a:gd name="connsiteY27" fmla="*/ 373649 h 477108"/>
                  <a:gd name="connsiteX28" fmla="*/ 162094 w 460867"/>
                  <a:gd name="connsiteY28" fmla="*/ 409817 h 477108"/>
                  <a:gd name="connsiteX29" fmla="*/ 230263 w 460867"/>
                  <a:gd name="connsiteY29" fmla="*/ 422386 h 477108"/>
                  <a:gd name="connsiteX30" fmla="*/ 298774 w 460867"/>
                  <a:gd name="connsiteY30" fmla="*/ 409817 h 477108"/>
                  <a:gd name="connsiteX31" fmla="*/ 350942 w 460867"/>
                  <a:gd name="connsiteY31" fmla="*/ 373649 h 477108"/>
                  <a:gd name="connsiteX32" fmla="*/ 384256 w 460867"/>
                  <a:gd name="connsiteY32" fmla="*/ 315963 h 477108"/>
                  <a:gd name="connsiteX33" fmla="*/ 395979 w 460867"/>
                  <a:gd name="connsiteY33" fmla="*/ 238868 h 4771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60867" h="477108">
                    <a:moveTo>
                      <a:pt x="460868" y="238868"/>
                    </a:moveTo>
                    <a:cubicBezTo>
                      <a:pt x="460868" y="273867"/>
                      <a:pt x="455334" y="305959"/>
                      <a:pt x="444239" y="335173"/>
                    </a:cubicBezTo>
                    <a:cubicBezTo>
                      <a:pt x="433172" y="364386"/>
                      <a:pt x="417485" y="389553"/>
                      <a:pt x="397262" y="410615"/>
                    </a:cubicBezTo>
                    <a:cubicBezTo>
                      <a:pt x="377068" y="431706"/>
                      <a:pt x="352767" y="448066"/>
                      <a:pt x="324359" y="459666"/>
                    </a:cubicBezTo>
                    <a:cubicBezTo>
                      <a:pt x="296007" y="471294"/>
                      <a:pt x="264632" y="477108"/>
                      <a:pt x="230291" y="477108"/>
                    </a:cubicBezTo>
                    <a:cubicBezTo>
                      <a:pt x="195950" y="477108"/>
                      <a:pt x="164632" y="471294"/>
                      <a:pt x="136338" y="459666"/>
                    </a:cubicBezTo>
                    <a:cubicBezTo>
                      <a:pt x="108072" y="448066"/>
                      <a:pt x="83828" y="431677"/>
                      <a:pt x="63577" y="410615"/>
                    </a:cubicBezTo>
                    <a:cubicBezTo>
                      <a:pt x="43383" y="389553"/>
                      <a:pt x="27724" y="364386"/>
                      <a:pt x="16629" y="335173"/>
                    </a:cubicBezTo>
                    <a:cubicBezTo>
                      <a:pt x="5533" y="305959"/>
                      <a:pt x="0" y="273867"/>
                      <a:pt x="0" y="238868"/>
                    </a:cubicBezTo>
                    <a:cubicBezTo>
                      <a:pt x="0" y="203868"/>
                      <a:pt x="5533" y="171805"/>
                      <a:pt x="16629" y="142591"/>
                    </a:cubicBezTo>
                    <a:cubicBezTo>
                      <a:pt x="27724" y="113377"/>
                      <a:pt x="43411" y="88154"/>
                      <a:pt x="63577" y="66978"/>
                    </a:cubicBezTo>
                    <a:cubicBezTo>
                      <a:pt x="83828" y="45773"/>
                      <a:pt x="108072" y="29328"/>
                      <a:pt x="136338" y="17585"/>
                    </a:cubicBezTo>
                    <a:cubicBezTo>
                      <a:pt x="164604" y="5871"/>
                      <a:pt x="195921" y="0"/>
                      <a:pt x="230291" y="0"/>
                    </a:cubicBezTo>
                    <a:cubicBezTo>
                      <a:pt x="264661" y="0"/>
                      <a:pt x="296007" y="5871"/>
                      <a:pt x="324359" y="17585"/>
                    </a:cubicBezTo>
                    <a:cubicBezTo>
                      <a:pt x="352767" y="29328"/>
                      <a:pt x="377068" y="45773"/>
                      <a:pt x="397262" y="66978"/>
                    </a:cubicBezTo>
                    <a:cubicBezTo>
                      <a:pt x="417513" y="88154"/>
                      <a:pt x="433172" y="113377"/>
                      <a:pt x="444239" y="142591"/>
                    </a:cubicBezTo>
                    <a:cubicBezTo>
                      <a:pt x="455334" y="171805"/>
                      <a:pt x="460868" y="203897"/>
                      <a:pt x="460868" y="238868"/>
                    </a:cubicBezTo>
                    <a:close/>
                    <a:moveTo>
                      <a:pt x="395979" y="238868"/>
                    </a:moveTo>
                    <a:cubicBezTo>
                      <a:pt x="395979" y="210196"/>
                      <a:pt x="392071" y="184459"/>
                      <a:pt x="384256" y="161630"/>
                    </a:cubicBezTo>
                    <a:cubicBezTo>
                      <a:pt x="376412" y="138829"/>
                      <a:pt x="365317" y="119534"/>
                      <a:pt x="350942" y="103772"/>
                    </a:cubicBezTo>
                    <a:cubicBezTo>
                      <a:pt x="336595" y="88011"/>
                      <a:pt x="319196" y="75898"/>
                      <a:pt x="298774" y="67434"/>
                    </a:cubicBezTo>
                    <a:cubicBezTo>
                      <a:pt x="278323" y="58969"/>
                      <a:pt x="255477" y="54751"/>
                      <a:pt x="230263" y="54751"/>
                    </a:cubicBezTo>
                    <a:cubicBezTo>
                      <a:pt x="205049" y="54751"/>
                      <a:pt x="182516" y="58969"/>
                      <a:pt x="162094" y="67434"/>
                    </a:cubicBezTo>
                    <a:cubicBezTo>
                      <a:pt x="141643" y="75898"/>
                      <a:pt x="124187" y="88011"/>
                      <a:pt x="109755" y="103772"/>
                    </a:cubicBezTo>
                    <a:cubicBezTo>
                      <a:pt x="95265" y="119562"/>
                      <a:pt x="84142" y="138829"/>
                      <a:pt x="76298" y="161630"/>
                    </a:cubicBezTo>
                    <a:cubicBezTo>
                      <a:pt x="68454" y="184431"/>
                      <a:pt x="64575" y="210196"/>
                      <a:pt x="64575" y="238868"/>
                    </a:cubicBezTo>
                    <a:cubicBezTo>
                      <a:pt x="64575" y="267540"/>
                      <a:pt x="68454" y="293248"/>
                      <a:pt x="76298" y="315963"/>
                    </a:cubicBezTo>
                    <a:cubicBezTo>
                      <a:pt x="84142" y="338678"/>
                      <a:pt x="95265" y="357917"/>
                      <a:pt x="109755" y="373649"/>
                    </a:cubicBezTo>
                    <a:cubicBezTo>
                      <a:pt x="124216" y="389410"/>
                      <a:pt x="141643" y="401466"/>
                      <a:pt x="162094" y="409817"/>
                    </a:cubicBezTo>
                    <a:cubicBezTo>
                      <a:pt x="182516" y="418168"/>
                      <a:pt x="205248" y="422386"/>
                      <a:pt x="230263" y="422386"/>
                    </a:cubicBezTo>
                    <a:cubicBezTo>
                      <a:pt x="255277" y="422386"/>
                      <a:pt x="278295" y="418196"/>
                      <a:pt x="298774" y="409817"/>
                    </a:cubicBezTo>
                    <a:cubicBezTo>
                      <a:pt x="319168" y="401466"/>
                      <a:pt x="336595" y="389410"/>
                      <a:pt x="350942" y="373649"/>
                    </a:cubicBezTo>
                    <a:cubicBezTo>
                      <a:pt x="365317" y="357888"/>
                      <a:pt x="376412" y="338678"/>
                      <a:pt x="384256" y="315963"/>
                    </a:cubicBezTo>
                    <a:cubicBezTo>
                      <a:pt x="392071" y="293276"/>
                      <a:pt x="395979" y="267568"/>
                      <a:pt x="395979" y="238868"/>
                    </a:cubicBezTo>
                    <a:close/>
                  </a:path>
                </a:pathLst>
              </a:custGeom>
              <a:solidFill>
                <a:srgbClr val="134CA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 22">
                <a:extLst>
                  <a:ext uri="{FF2B5EF4-FFF2-40B4-BE49-F238E27FC236}">
                    <a16:creationId xmlns:a16="http://schemas.microsoft.com/office/drawing/2014/main" id="{BC3BB95A-55CE-B306-1F9D-8150A6DD2E1F}"/>
                  </a:ext>
                </a:extLst>
              </p:cNvPr>
              <p:cNvSpPr/>
              <p:nvPr/>
            </p:nvSpPr>
            <p:spPr>
              <a:xfrm>
                <a:off x="6001561" y="1465377"/>
                <a:ext cx="303023" cy="477507"/>
              </a:xfrm>
              <a:custGeom>
                <a:avLst/>
                <a:gdLst>
                  <a:gd name="connsiteX0" fmla="*/ 277211 w 303023"/>
                  <a:gd name="connsiteY0" fmla="*/ 78292 h 477507"/>
                  <a:gd name="connsiteX1" fmla="*/ 271022 w 303023"/>
                  <a:gd name="connsiteY1" fmla="*/ 85617 h 477507"/>
                  <a:gd name="connsiteX2" fmla="*/ 262550 w 303023"/>
                  <a:gd name="connsiteY2" fmla="*/ 88068 h 477507"/>
                  <a:gd name="connsiteX3" fmla="*/ 249658 w 303023"/>
                  <a:gd name="connsiteY3" fmla="*/ 82539 h 477507"/>
                  <a:gd name="connsiteX4" fmla="*/ 231090 w 303023"/>
                  <a:gd name="connsiteY4" fmla="*/ 70312 h 477507"/>
                  <a:gd name="connsiteX5" fmla="*/ 204022 w 303023"/>
                  <a:gd name="connsiteY5" fmla="*/ 58085 h 477507"/>
                  <a:gd name="connsiteX6" fmla="*/ 165688 w 303023"/>
                  <a:gd name="connsiteY6" fmla="*/ 52556 h 477507"/>
                  <a:gd name="connsiteX7" fmla="*/ 128180 w 303023"/>
                  <a:gd name="connsiteY7" fmla="*/ 58256 h 477507"/>
                  <a:gd name="connsiteX8" fmla="*/ 100970 w 303023"/>
                  <a:gd name="connsiteY8" fmla="*/ 73732 h 477507"/>
                  <a:gd name="connsiteX9" fmla="*/ 84484 w 303023"/>
                  <a:gd name="connsiteY9" fmla="*/ 96704 h 477507"/>
                  <a:gd name="connsiteX10" fmla="*/ 78950 w 303023"/>
                  <a:gd name="connsiteY10" fmla="*/ 125234 h 477507"/>
                  <a:gd name="connsiteX11" fmla="*/ 88562 w 303023"/>
                  <a:gd name="connsiteY11" fmla="*/ 157640 h 477507"/>
                  <a:gd name="connsiteX12" fmla="*/ 114005 w 303023"/>
                  <a:gd name="connsiteY12" fmla="*/ 179642 h 477507"/>
                  <a:gd name="connsiteX13" fmla="*/ 149886 w 303023"/>
                  <a:gd name="connsiteY13" fmla="*/ 195460 h 477507"/>
                  <a:gd name="connsiteX14" fmla="*/ 190987 w 303023"/>
                  <a:gd name="connsiteY14" fmla="*/ 209312 h 477507"/>
                  <a:gd name="connsiteX15" fmla="*/ 232088 w 303023"/>
                  <a:gd name="connsiteY15" fmla="*/ 225444 h 477507"/>
                  <a:gd name="connsiteX16" fmla="*/ 267941 w 303023"/>
                  <a:gd name="connsiteY16" fmla="*/ 248073 h 477507"/>
                  <a:gd name="connsiteX17" fmla="*/ 293412 w 303023"/>
                  <a:gd name="connsiteY17" fmla="*/ 281619 h 477507"/>
                  <a:gd name="connsiteX18" fmla="*/ 303024 w 303023"/>
                  <a:gd name="connsiteY18" fmla="*/ 330499 h 477507"/>
                  <a:gd name="connsiteX19" fmla="*/ 292584 w 303023"/>
                  <a:gd name="connsiteY19" fmla="*/ 388042 h 477507"/>
                  <a:gd name="connsiteX20" fmla="*/ 262094 w 303023"/>
                  <a:gd name="connsiteY20" fmla="*/ 434813 h 477507"/>
                  <a:gd name="connsiteX21" fmla="*/ 212864 w 303023"/>
                  <a:gd name="connsiteY21" fmla="*/ 466107 h 477507"/>
                  <a:gd name="connsiteX22" fmla="*/ 146463 w 303023"/>
                  <a:gd name="connsiteY22" fmla="*/ 477507 h 477507"/>
                  <a:gd name="connsiteX23" fmla="*/ 63776 w 303023"/>
                  <a:gd name="connsiteY23" fmla="*/ 461062 h 477507"/>
                  <a:gd name="connsiteX24" fmla="*/ 0 w 303023"/>
                  <a:gd name="connsiteY24" fmla="*/ 416572 h 477507"/>
                  <a:gd name="connsiteX25" fmla="*/ 18283 w 303023"/>
                  <a:gd name="connsiteY25" fmla="*/ 386560 h 477507"/>
                  <a:gd name="connsiteX26" fmla="*/ 24615 w 303023"/>
                  <a:gd name="connsiteY26" fmla="*/ 380518 h 477507"/>
                  <a:gd name="connsiteX27" fmla="*/ 32943 w 303023"/>
                  <a:gd name="connsiteY27" fmla="*/ 378067 h 477507"/>
                  <a:gd name="connsiteX28" fmla="*/ 48574 w 303023"/>
                  <a:gd name="connsiteY28" fmla="*/ 385392 h 477507"/>
                  <a:gd name="connsiteX29" fmla="*/ 70593 w 303023"/>
                  <a:gd name="connsiteY29" fmla="*/ 401523 h 477507"/>
                  <a:gd name="connsiteX30" fmla="*/ 102567 w 303023"/>
                  <a:gd name="connsiteY30" fmla="*/ 417655 h 477507"/>
                  <a:gd name="connsiteX31" fmla="*/ 148374 w 303023"/>
                  <a:gd name="connsiteY31" fmla="*/ 424980 h 477507"/>
                  <a:gd name="connsiteX32" fmla="*/ 188506 w 303023"/>
                  <a:gd name="connsiteY32" fmla="*/ 418795 h 477507"/>
                  <a:gd name="connsiteX33" fmla="*/ 218340 w 303023"/>
                  <a:gd name="connsiteY33" fmla="*/ 401352 h 477507"/>
                  <a:gd name="connsiteX34" fmla="*/ 237108 w 303023"/>
                  <a:gd name="connsiteY34" fmla="*/ 374447 h 477507"/>
                  <a:gd name="connsiteX35" fmla="*/ 243611 w 303023"/>
                  <a:gd name="connsiteY35" fmla="*/ 339590 h 477507"/>
                  <a:gd name="connsiteX36" fmla="*/ 233999 w 303023"/>
                  <a:gd name="connsiteY36" fmla="*/ 304876 h 477507"/>
                  <a:gd name="connsiteX37" fmla="*/ 208728 w 303023"/>
                  <a:gd name="connsiteY37" fmla="*/ 282246 h 477507"/>
                  <a:gd name="connsiteX38" fmla="*/ 173018 w 303023"/>
                  <a:gd name="connsiteY38" fmla="*/ 266770 h 477507"/>
                  <a:gd name="connsiteX39" fmla="*/ 131917 w 303023"/>
                  <a:gd name="connsiteY39" fmla="*/ 253717 h 477507"/>
                  <a:gd name="connsiteX40" fmla="*/ 90816 w 303023"/>
                  <a:gd name="connsiteY40" fmla="*/ 238241 h 477507"/>
                  <a:gd name="connsiteX41" fmla="*/ 55105 w 303023"/>
                  <a:gd name="connsiteY41" fmla="*/ 215440 h 477507"/>
                  <a:gd name="connsiteX42" fmla="*/ 29834 w 303023"/>
                  <a:gd name="connsiteY42" fmla="*/ 180412 h 477507"/>
                  <a:gd name="connsiteX43" fmla="*/ 20222 w 303023"/>
                  <a:gd name="connsiteY43" fmla="*/ 128397 h 477507"/>
                  <a:gd name="connsiteX44" fmla="*/ 29834 w 303023"/>
                  <a:gd name="connsiteY44" fmla="*/ 80516 h 477507"/>
                  <a:gd name="connsiteX45" fmla="*/ 57730 w 303023"/>
                  <a:gd name="connsiteY45" fmla="*/ 39417 h 477507"/>
                  <a:gd name="connsiteX46" fmla="*/ 102909 w 303023"/>
                  <a:gd name="connsiteY46" fmla="*/ 10745 h 477507"/>
                  <a:gd name="connsiteX47" fmla="*/ 164718 w 303023"/>
                  <a:gd name="connsiteY47" fmla="*/ 0 h 477507"/>
                  <a:gd name="connsiteX48" fmla="*/ 236138 w 303023"/>
                  <a:gd name="connsiteY48" fmla="*/ 12398 h 477507"/>
                  <a:gd name="connsiteX49" fmla="*/ 292584 w 303023"/>
                  <a:gd name="connsiteY49" fmla="*/ 48224 h 477507"/>
                  <a:gd name="connsiteX50" fmla="*/ 277268 w 303023"/>
                  <a:gd name="connsiteY50" fmla="*/ 78207 h 477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303023" h="477507">
                    <a:moveTo>
                      <a:pt x="277211" y="78292"/>
                    </a:moveTo>
                    <a:cubicBezTo>
                      <a:pt x="275243" y="81570"/>
                      <a:pt x="273189" y="84021"/>
                      <a:pt x="271022" y="85617"/>
                    </a:cubicBezTo>
                    <a:cubicBezTo>
                      <a:pt x="268854" y="87270"/>
                      <a:pt x="266030" y="88068"/>
                      <a:pt x="262550" y="88068"/>
                    </a:cubicBezTo>
                    <a:cubicBezTo>
                      <a:pt x="258842" y="88068"/>
                      <a:pt x="254535" y="86244"/>
                      <a:pt x="249658" y="82539"/>
                    </a:cubicBezTo>
                    <a:cubicBezTo>
                      <a:pt x="244781" y="78834"/>
                      <a:pt x="238591" y="74758"/>
                      <a:pt x="231090" y="70312"/>
                    </a:cubicBezTo>
                    <a:cubicBezTo>
                      <a:pt x="223588" y="65866"/>
                      <a:pt x="214547" y="61790"/>
                      <a:pt x="204022" y="58085"/>
                    </a:cubicBezTo>
                    <a:cubicBezTo>
                      <a:pt x="193497" y="54380"/>
                      <a:pt x="180690" y="52556"/>
                      <a:pt x="165688" y="52556"/>
                    </a:cubicBezTo>
                    <a:cubicBezTo>
                      <a:pt x="151569" y="52556"/>
                      <a:pt x="139048" y="54437"/>
                      <a:pt x="128180" y="58256"/>
                    </a:cubicBezTo>
                    <a:cubicBezTo>
                      <a:pt x="117313" y="62075"/>
                      <a:pt x="108243" y="67234"/>
                      <a:pt x="100970" y="73732"/>
                    </a:cubicBezTo>
                    <a:cubicBezTo>
                      <a:pt x="93697" y="80259"/>
                      <a:pt x="88192" y="87926"/>
                      <a:pt x="84484" y="96704"/>
                    </a:cubicBezTo>
                    <a:cubicBezTo>
                      <a:pt x="80776" y="105511"/>
                      <a:pt x="78950" y="115002"/>
                      <a:pt x="78950" y="125234"/>
                    </a:cubicBezTo>
                    <a:cubicBezTo>
                      <a:pt x="78950" y="138259"/>
                      <a:pt x="82145" y="149061"/>
                      <a:pt x="88562" y="157640"/>
                    </a:cubicBezTo>
                    <a:cubicBezTo>
                      <a:pt x="94952" y="166218"/>
                      <a:pt x="103451" y="173572"/>
                      <a:pt x="114005" y="179642"/>
                    </a:cubicBezTo>
                    <a:cubicBezTo>
                      <a:pt x="124530" y="185713"/>
                      <a:pt x="136509" y="191014"/>
                      <a:pt x="149886" y="195460"/>
                    </a:cubicBezTo>
                    <a:cubicBezTo>
                      <a:pt x="163235" y="199935"/>
                      <a:pt x="176926" y="204552"/>
                      <a:pt x="190987" y="209312"/>
                    </a:cubicBezTo>
                    <a:cubicBezTo>
                      <a:pt x="204992" y="214100"/>
                      <a:pt x="218711" y="219487"/>
                      <a:pt x="232088" y="225444"/>
                    </a:cubicBezTo>
                    <a:cubicBezTo>
                      <a:pt x="245465" y="231429"/>
                      <a:pt x="257416" y="238953"/>
                      <a:pt x="267941" y="248073"/>
                    </a:cubicBezTo>
                    <a:cubicBezTo>
                      <a:pt x="278494" y="257194"/>
                      <a:pt x="286994" y="268395"/>
                      <a:pt x="293412" y="281619"/>
                    </a:cubicBezTo>
                    <a:cubicBezTo>
                      <a:pt x="299801" y="294901"/>
                      <a:pt x="303024" y="311175"/>
                      <a:pt x="303024" y="330499"/>
                    </a:cubicBezTo>
                    <a:cubicBezTo>
                      <a:pt x="303024" y="350934"/>
                      <a:pt x="299544" y="370115"/>
                      <a:pt x="292584" y="388042"/>
                    </a:cubicBezTo>
                    <a:cubicBezTo>
                      <a:pt x="285625" y="405969"/>
                      <a:pt x="275471" y="421560"/>
                      <a:pt x="262094" y="434813"/>
                    </a:cubicBezTo>
                    <a:cubicBezTo>
                      <a:pt x="248717" y="448066"/>
                      <a:pt x="232316" y="458468"/>
                      <a:pt x="212864" y="466107"/>
                    </a:cubicBezTo>
                    <a:cubicBezTo>
                      <a:pt x="193411" y="473717"/>
                      <a:pt x="171278" y="477507"/>
                      <a:pt x="146463" y="477507"/>
                    </a:cubicBezTo>
                    <a:cubicBezTo>
                      <a:pt x="116229" y="477507"/>
                      <a:pt x="88705" y="472035"/>
                      <a:pt x="63776" y="461062"/>
                    </a:cubicBezTo>
                    <a:cubicBezTo>
                      <a:pt x="38876" y="450089"/>
                      <a:pt x="17627" y="435240"/>
                      <a:pt x="0" y="416572"/>
                    </a:cubicBezTo>
                    <a:lnTo>
                      <a:pt x="18283" y="386560"/>
                    </a:lnTo>
                    <a:cubicBezTo>
                      <a:pt x="19994" y="384166"/>
                      <a:pt x="22134" y="382171"/>
                      <a:pt x="24615" y="380518"/>
                    </a:cubicBezTo>
                    <a:cubicBezTo>
                      <a:pt x="27125" y="378865"/>
                      <a:pt x="29892" y="378067"/>
                      <a:pt x="32943" y="378067"/>
                    </a:cubicBezTo>
                    <a:cubicBezTo>
                      <a:pt x="37507" y="378067"/>
                      <a:pt x="42727" y="380518"/>
                      <a:pt x="48574" y="385392"/>
                    </a:cubicBezTo>
                    <a:cubicBezTo>
                      <a:pt x="54478" y="390294"/>
                      <a:pt x="61809" y="395681"/>
                      <a:pt x="70593" y="401523"/>
                    </a:cubicBezTo>
                    <a:cubicBezTo>
                      <a:pt x="79435" y="407395"/>
                      <a:pt x="90046" y="412781"/>
                      <a:pt x="102567" y="417655"/>
                    </a:cubicBezTo>
                    <a:cubicBezTo>
                      <a:pt x="115088" y="422557"/>
                      <a:pt x="130377" y="424980"/>
                      <a:pt x="148374" y="424980"/>
                    </a:cubicBezTo>
                    <a:cubicBezTo>
                      <a:pt x="163377" y="424980"/>
                      <a:pt x="176783" y="422899"/>
                      <a:pt x="188506" y="418795"/>
                    </a:cubicBezTo>
                    <a:cubicBezTo>
                      <a:pt x="200228" y="414662"/>
                      <a:pt x="210183" y="408848"/>
                      <a:pt x="218340" y="401352"/>
                    </a:cubicBezTo>
                    <a:cubicBezTo>
                      <a:pt x="226498" y="393857"/>
                      <a:pt x="232744" y="384907"/>
                      <a:pt x="237108" y="374447"/>
                    </a:cubicBezTo>
                    <a:cubicBezTo>
                      <a:pt x="241444" y="364016"/>
                      <a:pt x="243611" y="352387"/>
                      <a:pt x="243611" y="339590"/>
                    </a:cubicBezTo>
                    <a:cubicBezTo>
                      <a:pt x="243611" y="325454"/>
                      <a:pt x="240417" y="313882"/>
                      <a:pt x="233999" y="304876"/>
                    </a:cubicBezTo>
                    <a:cubicBezTo>
                      <a:pt x="227610" y="295870"/>
                      <a:pt x="219167" y="288317"/>
                      <a:pt x="208728" y="282246"/>
                    </a:cubicBezTo>
                    <a:cubicBezTo>
                      <a:pt x="198289" y="276176"/>
                      <a:pt x="186395" y="270988"/>
                      <a:pt x="173018" y="266770"/>
                    </a:cubicBezTo>
                    <a:cubicBezTo>
                      <a:pt x="159669" y="262524"/>
                      <a:pt x="145950" y="258191"/>
                      <a:pt x="131917" y="253717"/>
                    </a:cubicBezTo>
                    <a:cubicBezTo>
                      <a:pt x="117912" y="249271"/>
                      <a:pt x="104193" y="244112"/>
                      <a:pt x="90816" y="238241"/>
                    </a:cubicBezTo>
                    <a:cubicBezTo>
                      <a:pt x="77439" y="232369"/>
                      <a:pt x="65516" y="224760"/>
                      <a:pt x="55105" y="215440"/>
                    </a:cubicBezTo>
                    <a:cubicBezTo>
                      <a:pt x="44666" y="206091"/>
                      <a:pt x="36224" y="194406"/>
                      <a:pt x="29834" y="180412"/>
                    </a:cubicBezTo>
                    <a:cubicBezTo>
                      <a:pt x="23417" y="166389"/>
                      <a:pt x="20222" y="149061"/>
                      <a:pt x="20222" y="128397"/>
                    </a:cubicBezTo>
                    <a:cubicBezTo>
                      <a:pt x="20222" y="111895"/>
                      <a:pt x="23417" y="95935"/>
                      <a:pt x="29834" y="80516"/>
                    </a:cubicBezTo>
                    <a:cubicBezTo>
                      <a:pt x="36224" y="65068"/>
                      <a:pt x="45550" y="51416"/>
                      <a:pt x="57730" y="39417"/>
                    </a:cubicBezTo>
                    <a:cubicBezTo>
                      <a:pt x="69909" y="27475"/>
                      <a:pt x="84940" y="17927"/>
                      <a:pt x="102909" y="10745"/>
                    </a:cubicBezTo>
                    <a:cubicBezTo>
                      <a:pt x="120879" y="3591"/>
                      <a:pt x="141443" y="0"/>
                      <a:pt x="164718" y="0"/>
                    </a:cubicBezTo>
                    <a:cubicBezTo>
                      <a:pt x="190816" y="0"/>
                      <a:pt x="214632" y="4104"/>
                      <a:pt x="236138" y="12398"/>
                    </a:cubicBezTo>
                    <a:cubicBezTo>
                      <a:pt x="257673" y="20635"/>
                      <a:pt x="276469" y="32605"/>
                      <a:pt x="292584" y="48224"/>
                    </a:cubicBezTo>
                    <a:lnTo>
                      <a:pt x="277268" y="78207"/>
                    </a:lnTo>
                    <a:close/>
                  </a:path>
                </a:pathLst>
              </a:custGeom>
              <a:solidFill>
                <a:srgbClr val="134CA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 23">
                <a:extLst>
                  <a:ext uri="{FF2B5EF4-FFF2-40B4-BE49-F238E27FC236}">
                    <a16:creationId xmlns:a16="http://schemas.microsoft.com/office/drawing/2014/main" id="{1899A184-3D3F-3247-1814-F8C5655213AA}"/>
                  </a:ext>
                </a:extLst>
              </p:cNvPr>
              <p:cNvSpPr/>
              <p:nvPr/>
            </p:nvSpPr>
            <p:spPr>
              <a:xfrm>
                <a:off x="6347283" y="1465377"/>
                <a:ext cx="303023" cy="477507"/>
              </a:xfrm>
              <a:custGeom>
                <a:avLst/>
                <a:gdLst>
                  <a:gd name="connsiteX0" fmla="*/ 277211 w 303023"/>
                  <a:gd name="connsiteY0" fmla="*/ 78292 h 477507"/>
                  <a:gd name="connsiteX1" fmla="*/ 271022 w 303023"/>
                  <a:gd name="connsiteY1" fmla="*/ 85617 h 477507"/>
                  <a:gd name="connsiteX2" fmla="*/ 262550 w 303023"/>
                  <a:gd name="connsiteY2" fmla="*/ 88068 h 477507"/>
                  <a:gd name="connsiteX3" fmla="*/ 249658 w 303023"/>
                  <a:gd name="connsiteY3" fmla="*/ 82539 h 477507"/>
                  <a:gd name="connsiteX4" fmla="*/ 231090 w 303023"/>
                  <a:gd name="connsiteY4" fmla="*/ 70312 h 477507"/>
                  <a:gd name="connsiteX5" fmla="*/ 204022 w 303023"/>
                  <a:gd name="connsiteY5" fmla="*/ 58085 h 477507"/>
                  <a:gd name="connsiteX6" fmla="*/ 165688 w 303023"/>
                  <a:gd name="connsiteY6" fmla="*/ 52556 h 477507"/>
                  <a:gd name="connsiteX7" fmla="*/ 128181 w 303023"/>
                  <a:gd name="connsiteY7" fmla="*/ 58256 h 477507"/>
                  <a:gd name="connsiteX8" fmla="*/ 100970 w 303023"/>
                  <a:gd name="connsiteY8" fmla="*/ 73732 h 477507"/>
                  <a:gd name="connsiteX9" fmla="*/ 84484 w 303023"/>
                  <a:gd name="connsiteY9" fmla="*/ 96704 h 477507"/>
                  <a:gd name="connsiteX10" fmla="*/ 78951 w 303023"/>
                  <a:gd name="connsiteY10" fmla="*/ 125234 h 477507"/>
                  <a:gd name="connsiteX11" fmla="*/ 88563 w 303023"/>
                  <a:gd name="connsiteY11" fmla="*/ 157640 h 477507"/>
                  <a:gd name="connsiteX12" fmla="*/ 114005 w 303023"/>
                  <a:gd name="connsiteY12" fmla="*/ 179642 h 477507"/>
                  <a:gd name="connsiteX13" fmla="*/ 149858 w 303023"/>
                  <a:gd name="connsiteY13" fmla="*/ 195460 h 477507"/>
                  <a:gd name="connsiteX14" fmla="*/ 190987 w 303023"/>
                  <a:gd name="connsiteY14" fmla="*/ 209312 h 477507"/>
                  <a:gd name="connsiteX15" fmla="*/ 232088 w 303023"/>
                  <a:gd name="connsiteY15" fmla="*/ 225444 h 477507"/>
                  <a:gd name="connsiteX16" fmla="*/ 267941 w 303023"/>
                  <a:gd name="connsiteY16" fmla="*/ 248073 h 477507"/>
                  <a:gd name="connsiteX17" fmla="*/ 293412 w 303023"/>
                  <a:gd name="connsiteY17" fmla="*/ 281619 h 477507"/>
                  <a:gd name="connsiteX18" fmla="*/ 303024 w 303023"/>
                  <a:gd name="connsiteY18" fmla="*/ 330499 h 477507"/>
                  <a:gd name="connsiteX19" fmla="*/ 292585 w 303023"/>
                  <a:gd name="connsiteY19" fmla="*/ 388042 h 477507"/>
                  <a:gd name="connsiteX20" fmla="*/ 262094 w 303023"/>
                  <a:gd name="connsiteY20" fmla="*/ 434813 h 477507"/>
                  <a:gd name="connsiteX21" fmla="*/ 212864 w 303023"/>
                  <a:gd name="connsiteY21" fmla="*/ 466107 h 477507"/>
                  <a:gd name="connsiteX22" fmla="*/ 146463 w 303023"/>
                  <a:gd name="connsiteY22" fmla="*/ 477507 h 477507"/>
                  <a:gd name="connsiteX23" fmla="*/ 63776 w 303023"/>
                  <a:gd name="connsiteY23" fmla="*/ 461062 h 477507"/>
                  <a:gd name="connsiteX24" fmla="*/ 0 w 303023"/>
                  <a:gd name="connsiteY24" fmla="*/ 416572 h 477507"/>
                  <a:gd name="connsiteX25" fmla="*/ 18255 w 303023"/>
                  <a:gd name="connsiteY25" fmla="*/ 386560 h 477507"/>
                  <a:gd name="connsiteX26" fmla="*/ 24615 w 303023"/>
                  <a:gd name="connsiteY26" fmla="*/ 380518 h 477507"/>
                  <a:gd name="connsiteX27" fmla="*/ 32915 w 303023"/>
                  <a:gd name="connsiteY27" fmla="*/ 378067 h 477507"/>
                  <a:gd name="connsiteX28" fmla="*/ 48603 w 303023"/>
                  <a:gd name="connsiteY28" fmla="*/ 385392 h 477507"/>
                  <a:gd name="connsiteX29" fmla="*/ 70593 w 303023"/>
                  <a:gd name="connsiteY29" fmla="*/ 401523 h 477507"/>
                  <a:gd name="connsiteX30" fmla="*/ 102567 w 303023"/>
                  <a:gd name="connsiteY30" fmla="*/ 417655 h 477507"/>
                  <a:gd name="connsiteX31" fmla="*/ 148403 w 303023"/>
                  <a:gd name="connsiteY31" fmla="*/ 424980 h 477507"/>
                  <a:gd name="connsiteX32" fmla="*/ 188506 w 303023"/>
                  <a:gd name="connsiteY32" fmla="*/ 418795 h 477507"/>
                  <a:gd name="connsiteX33" fmla="*/ 218340 w 303023"/>
                  <a:gd name="connsiteY33" fmla="*/ 401352 h 477507"/>
                  <a:gd name="connsiteX34" fmla="*/ 237108 w 303023"/>
                  <a:gd name="connsiteY34" fmla="*/ 374447 h 477507"/>
                  <a:gd name="connsiteX35" fmla="*/ 243611 w 303023"/>
                  <a:gd name="connsiteY35" fmla="*/ 339590 h 477507"/>
                  <a:gd name="connsiteX36" fmla="*/ 233999 w 303023"/>
                  <a:gd name="connsiteY36" fmla="*/ 304876 h 477507"/>
                  <a:gd name="connsiteX37" fmla="*/ 208728 w 303023"/>
                  <a:gd name="connsiteY37" fmla="*/ 282246 h 477507"/>
                  <a:gd name="connsiteX38" fmla="*/ 173018 w 303023"/>
                  <a:gd name="connsiteY38" fmla="*/ 266770 h 477507"/>
                  <a:gd name="connsiteX39" fmla="*/ 131917 w 303023"/>
                  <a:gd name="connsiteY39" fmla="*/ 253717 h 477507"/>
                  <a:gd name="connsiteX40" fmla="*/ 90816 w 303023"/>
                  <a:gd name="connsiteY40" fmla="*/ 238241 h 477507"/>
                  <a:gd name="connsiteX41" fmla="*/ 55106 w 303023"/>
                  <a:gd name="connsiteY41" fmla="*/ 215440 h 477507"/>
                  <a:gd name="connsiteX42" fmla="*/ 29835 w 303023"/>
                  <a:gd name="connsiteY42" fmla="*/ 180412 h 477507"/>
                  <a:gd name="connsiteX43" fmla="*/ 20222 w 303023"/>
                  <a:gd name="connsiteY43" fmla="*/ 128397 h 477507"/>
                  <a:gd name="connsiteX44" fmla="*/ 29835 w 303023"/>
                  <a:gd name="connsiteY44" fmla="*/ 80516 h 477507"/>
                  <a:gd name="connsiteX45" fmla="*/ 57730 w 303023"/>
                  <a:gd name="connsiteY45" fmla="*/ 39417 h 477507"/>
                  <a:gd name="connsiteX46" fmla="*/ 102910 w 303023"/>
                  <a:gd name="connsiteY46" fmla="*/ 10745 h 477507"/>
                  <a:gd name="connsiteX47" fmla="*/ 164718 w 303023"/>
                  <a:gd name="connsiteY47" fmla="*/ 0 h 477507"/>
                  <a:gd name="connsiteX48" fmla="*/ 236167 w 303023"/>
                  <a:gd name="connsiteY48" fmla="*/ 12398 h 477507"/>
                  <a:gd name="connsiteX49" fmla="*/ 292585 w 303023"/>
                  <a:gd name="connsiteY49" fmla="*/ 48224 h 477507"/>
                  <a:gd name="connsiteX50" fmla="*/ 277268 w 303023"/>
                  <a:gd name="connsiteY50" fmla="*/ 78207 h 477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303023" h="477507">
                    <a:moveTo>
                      <a:pt x="277211" y="78292"/>
                    </a:moveTo>
                    <a:cubicBezTo>
                      <a:pt x="275243" y="81570"/>
                      <a:pt x="273189" y="84021"/>
                      <a:pt x="271022" y="85617"/>
                    </a:cubicBezTo>
                    <a:cubicBezTo>
                      <a:pt x="268854" y="87270"/>
                      <a:pt x="266030" y="88068"/>
                      <a:pt x="262550" y="88068"/>
                    </a:cubicBezTo>
                    <a:cubicBezTo>
                      <a:pt x="258842" y="88068"/>
                      <a:pt x="254535" y="86244"/>
                      <a:pt x="249658" y="82539"/>
                    </a:cubicBezTo>
                    <a:cubicBezTo>
                      <a:pt x="244781" y="78834"/>
                      <a:pt x="238591" y="74758"/>
                      <a:pt x="231090" y="70312"/>
                    </a:cubicBezTo>
                    <a:cubicBezTo>
                      <a:pt x="223588" y="65866"/>
                      <a:pt x="214547" y="61790"/>
                      <a:pt x="204022" y="58085"/>
                    </a:cubicBezTo>
                    <a:cubicBezTo>
                      <a:pt x="193497" y="54380"/>
                      <a:pt x="180690" y="52556"/>
                      <a:pt x="165688" y="52556"/>
                    </a:cubicBezTo>
                    <a:cubicBezTo>
                      <a:pt x="151569" y="52556"/>
                      <a:pt x="139048" y="54437"/>
                      <a:pt x="128181" y="58256"/>
                    </a:cubicBezTo>
                    <a:cubicBezTo>
                      <a:pt x="117313" y="62075"/>
                      <a:pt x="108243" y="67234"/>
                      <a:pt x="100970" y="73732"/>
                    </a:cubicBezTo>
                    <a:cubicBezTo>
                      <a:pt x="93668" y="80259"/>
                      <a:pt x="88192" y="87926"/>
                      <a:pt x="84484" y="96704"/>
                    </a:cubicBezTo>
                    <a:cubicBezTo>
                      <a:pt x="80776" y="105511"/>
                      <a:pt x="78951" y="115002"/>
                      <a:pt x="78951" y="125234"/>
                    </a:cubicBezTo>
                    <a:cubicBezTo>
                      <a:pt x="78951" y="138259"/>
                      <a:pt x="82145" y="149061"/>
                      <a:pt x="88563" y="157640"/>
                    </a:cubicBezTo>
                    <a:cubicBezTo>
                      <a:pt x="94952" y="166218"/>
                      <a:pt x="103423" y="173572"/>
                      <a:pt x="114005" y="179642"/>
                    </a:cubicBezTo>
                    <a:cubicBezTo>
                      <a:pt x="124530" y="185713"/>
                      <a:pt x="136509" y="191014"/>
                      <a:pt x="149858" y="195460"/>
                    </a:cubicBezTo>
                    <a:cubicBezTo>
                      <a:pt x="163235" y="199935"/>
                      <a:pt x="176926" y="204552"/>
                      <a:pt x="190987" y="209312"/>
                    </a:cubicBezTo>
                    <a:cubicBezTo>
                      <a:pt x="204992" y="214100"/>
                      <a:pt x="218711" y="219487"/>
                      <a:pt x="232088" y="225444"/>
                    </a:cubicBezTo>
                    <a:cubicBezTo>
                      <a:pt x="245465" y="231429"/>
                      <a:pt x="257416" y="238953"/>
                      <a:pt x="267941" y="248073"/>
                    </a:cubicBezTo>
                    <a:cubicBezTo>
                      <a:pt x="278494" y="257194"/>
                      <a:pt x="286994" y="268395"/>
                      <a:pt x="293412" y="281619"/>
                    </a:cubicBezTo>
                    <a:cubicBezTo>
                      <a:pt x="299801" y="294901"/>
                      <a:pt x="303024" y="311175"/>
                      <a:pt x="303024" y="330499"/>
                    </a:cubicBezTo>
                    <a:cubicBezTo>
                      <a:pt x="303024" y="350934"/>
                      <a:pt x="299544" y="370115"/>
                      <a:pt x="292585" y="388042"/>
                    </a:cubicBezTo>
                    <a:cubicBezTo>
                      <a:pt x="285625" y="405969"/>
                      <a:pt x="275471" y="421560"/>
                      <a:pt x="262094" y="434813"/>
                    </a:cubicBezTo>
                    <a:cubicBezTo>
                      <a:pt x="248717" y="448066"/>
                      <a:pt x="232317" y="458468"/>
                      <a:pt x="212864" y="466107"/>
                    </a:cubicBezTo>
                    <a:cubicBezTo>
                      <a:pt x="193412" y="473717"/>
                      <a:pt x="171278" y="477507"/>
                      <a:pt x="146463" y="477507"/>
                    </a:cubicBezTo>
                    <a:cubicBezTo>
                      <a:pt x="116229" y="477507"/>
                      <a:pt x="88705" y="472035"/>
                      <a:pt x="63776" y="461062"/>
                    </a:cubicBezTo>
                    <a:cubicBezTo>
                      <a:pt x="38876" y="450089"/>
                      <a:pt x="17627" y="435240"/>
                      <a:pt x="0" y="416572"/>
                    </a:cubicBezTo>
                    <a:lnTo>
                      <a:pt x="18255" y="386560"/>
                    </a:lnTo>
                    <a:cubicBezTo>
                      <a:pt x="19994" y="384166"/>
                      <a:pt x="22105" y="382171"/>
                      <a:pt x="24615" y="380518"/>
                    </a:cubicBezTo>
                    <a:cubicBezTo>
                      <a:pt x="27125" y="378865"/>
                      <a:pt x="29892" y="378067"/>
                      <a:pt x="32915" y="378067"/>
                    </a:cubicBezTo>
                    <a:cubicBezTo>
                      <a:pt x="37507" y="378067"/>
                      <a:pt x="42698" y="380518"/>
                      <a:pt x="48603" y="385392"/>
                    </a:cubicBezTo>
                    <a:cubicBezTo>
                      <a:pt x="54478" y="390294"/>
                      <a:pt x="61809" y="395681"/>
                      <a:pt x="70593" y="401523"/>
                    </a:cubicBezTo>
                    <a:cubicBezTo>
                      <a:pt x="79407" y="407395"/>
                      <a:pt x="90046" y="412781"/>
                      <a:pt x="102567" y="417655"/>
                    </a:cubicBezTo>
                    <a:cubicBezTo>
                      <a:pt x="115088" y="422557"/>
                      <a:pt x="130348" y="424980"/>
                      <a:pt x="148403" y="424980"/>
                    </a:cubicBezTo>
                    <a:cubicBezTo>
                      <a:pt x="163377" y="424980"/>
                      <a:pt x="176754" y="422899"/>
                      <a:pt x="188506" y="418795"/>
                    </a:cubicBezTo>
                    <a:cubicBezTo>
                      <a:pt x="200229" y="414662"/>
                      <a:pt x="210183" y="408848"/>
                      <a:pt x="218340" y="401352"/>
                    </a:cubicBezTo>
                    <a:cubicBezTo>
                      <a:pt x="226526" y="393857"/>
                      <a:pt x="232744" y="384907"/>
                      <a:pt x="237108" y="374447"/>
                    </a:cubicBezTo>
                    <a:cubicBezTo>
                      <a:pt x="241444" y="364016"/>
                      <a:pt x="243611" y="352387"/>
                      <a:pt x="243611" y="339590"/>
                    </a:cubicBezTo>
                    <a:cubicBezTo>
                      <a:pt x="243611" y="325454"/>
                      <a:pt x="240417" y="313882"/>
                      <a:pt x="233999" y="304876"/>
                    </a:cubicBezTo>
                    <a:cubicBezTo>
                      <a:pt x="227610" y="295870"/>
                      <a:pt x="219167" y="288317"/>
                      <a:pt x="208728" y="282246"/>
                    </a:cubicBezTo>
                    <a:cubicBezTo>
                      <a:pt x="198289" y="276176"/>
                      <a:pt x="186366" y="270988"/>
                      <a:pt x="173018" y="266770"/>
                    </a:cubicBezTo>
                    <a:cubicBezTo>
                      <a:pt x="159641" y="262524"/>
                      <a:pt x="145979" y="258191"/>
                      <a:pt x="131917" y="253717"/>
                    </a:cubicBezTo>
                    <a:cubicBezTo>
                      <a:pt x="117912" y="249271"/>
                      <a:pt x="104193" y="244112"/>
                      <a:pt x="90816" y="238241"/>
                    </a:cubicBezTo>
                    <a:cubicBezTo>
                      <a:pt x="77439" y="232369"/>
                      <a:pt x="65545" y="224760"/>
                      <a:pt x="55106" y="215440"/>
                    </a:cubicBezTo>
                    <a:cubicBezTo>
                      <a:pt x="44666" y="206091"/>
                      <a:pt x="36252" y="194406"/>
                      <a:pt x="29835" y="180412"/>
                    </a:cubicBezTo>
                    <a:cubicBezTo>
                      <a:pt x="23417" y="166389"/>
                      <a:pt x="20222" y="149061"/>
                      <a:pt x="20222" y="128397"/>
                    </a:cubicBezTo>
                    <a:cubicBezTo>
                      <a:pt x="20222" y="111895"/>
                      <a:pt x="23417" y="95935"/>
                      <a:pt x="29835" y="80516"/>
                    </a:cubicBezTo>
                    <a:cubicBezTo>
                      <a:pt x="36252" y="65068"/>
                      <a:pt x="45550" y="51416"/>
                      <a:pt x="57730" y="39417"/>
                    </a:cubicBezTo>
                    <a:cubicBezTo>
                      <a:pt x="69909" y="27475"/>
                      <a:pt x="84969" y="17927"/>
                      <a:pt x="102910" y="10745"/>
                    </a:cubicBezTo>
                    <a:cubicBezTo>
                      <a:pt x="120850" y="3591"/>
                      <a:pt x="141443" y="0"/>
                      <a:pt x="164718" y="0"/>
                    </a:cubicBezTo>
                    <a:cubicBezTo>
                      <a:pt x="190816" y="0"/>
                      <a:pt x="214632" y="4104"/>
                      <a:pt x="236167" y="12398"/>
                    </a:cubicBezTo>
                    <a:cubicBezTo>
                      <a:pt x="257673" y="20635"/>
                      <a:pt x="276469" y="32605"/>
                      <a:pt x="292585" y="48224"/>
                    </a:cubicBezTo>
                    <a:lnTo>
                      <a:pt x="277268" y="78207"/>
                    </a:lnTo>
                    <a:close/>
                  </a:path>
                </a:pathLst>
              </a:custGeom>
              <a:solidFill>
                <a:srgbClr val="134CA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" name="Forma Livre 24">
                <a:extLst>
                  <a:ext uri="{FF2B5EF4-FFF2-40B4-BE49-F238E27FC236}">
                    <a16:creationId xmlns:a16="http://schemas.microsoft.com/office/drawing/2014/main" id="{B90C587A-F7B7-4602-9D21-1CF3ACF59315}"/>
                  </a:ext>
                </a:extLst>
              </p:cNvPr>
              <p:cNvSpPr/>
              <p:nvPr/>
            </p:nvSpPr>
            <p:spPr>
              <a:xfrm>
                <a:off x="6704044" y="1465463"/>
                <a:ext cx="460896" cy="477108"/>
              </a:xfrm>
              <a:custGeom>
                <a:avLst/>
                <a:gdLst>
                  <a:gd name="connsiteX0" fmla="*/ 460896 w 460896"/>
                  <a:gd name="connsiteY0" fmla="*/ 238868 h 477108"/>
                  <a:gd name="connsiteX1" fmla="*/ 444267 w 460896"/>
                  <a:gd name="connsiteY1" fmla="*/ 335173 h 477108"/>
                  <a:gd name="connsiteX2" fmla="*/ 397291 w 460896"/>
                  <a:gd name="connsiteY2" fmla="*/ 410615 h 477108"/>
                  <a:gd name="connsiteX3" fmla="*/ 324387 w 460896"/>
                  <a:gd name="connsiteY3" fmla="*/ 459666 h 477108"/>
                  <a:gd name="connsiteX4" fmla="*/ 230291 w 460896"/>
                  <a:gd name="connsiteY4" fmla="*/ 477108 h 477108"/>
                  <a:gd name="connsiteX5" fmla="*/ 136338 w 460896"/>
                  <a:gd name="connsiteY5" fmla="*/ 459666 h 477108"/>
                  <a:gd name="connsiteX6" fmla="*/ 63605 w 460896"/>
                  <a:gd name="connsiteY6" fmla="*/ 410615 h 477108"/>
                  <a:gd name="connsiteX7" fmla="*/ 16657 w 460896"/>
                  <a:gd name="connsiteY7" fmla="*/ 335173 h 477108"/>
                  <a:gd name="connsiteX8" fmla="*/ 0 w 460896"/>
                  <a:gd name="connsiteY8" fmla="*/ 238868 h 477108"/>
                  <a:gd name="connsiteX9" fmla="*/ 16657 w 460896"/>
                  <a:gd name="connsiteY9" fmla="*/ 142591 h 477108"/>
                  <a:gd name="connsiteX10" fmla="*/ 63605 w 460896"/>
                  <a:gd name="connsiteY10" fmla="*/ 66978 h 477108"/>
                  <a:gd name="connsiteX11" fmla="*/ 136338 w 460896"/>
                  <a:gd name="connsiteY11" fmla="*/ 17585 h 477108"/>
                  <a:gd name="connsiteX12" fmla="*/ 230291 w 460896"/>
                  <a:gd name="connsiteY12" fmla="*/ 0 h 477108"/>
                  <a:gd name="connsiteX13" fmla="*/ 324387 w 460896"/>
                  <a:gd name="connsiteY13" fmla="*/ 17585 h 477108"/>
                  <a:gd name="connsiteX14" fmla="*/ 397291 w 460896"/>
                  <a:gd name="connsiteY14" fmla="*/ 66978 h 477108"/>
                  <a:gd name="connsiteX15" fmla="*/ 444267 w 460896"/>
                  <a:gd name="connsiteY15" fmla="*/ 142591 h 477108"/>
                  <a:gd name="connsiteX16" fmla="*/ 460896 w 460896"/>
                  <a:gd name="connsiteY16" fmla="*/ 238868 h 477108"/>
                  <a:gd name="connsiteX17" fmla="*/ 396007 w 460896"/>
                  <a:gd name="connsiteY17" fmla="*/ 238868 h 477108"/>
                  <a:gd name="connsiteX18" fmla="*/ 384285 w 460896"/>
                  <a:gd name="connsiteY18" fmla="*/ 161630 h 477108"/>
                  <a:gd name="connsiteX19" fmla="*/ 350999 w 460896"/>
                  <a:gd name="connsiteY19" fmla="*/ 103772 h 477108"/>
                  <a:gd name="connsiteX20" fmla="*/ 298802 w 460896"/>
                  <a:gd name="connsiteY20" fmla="*/ 67434 h 477108"/>
                  <a:gd name="connsiteX21" fmla="*/ 230291 w 460896"/>
                  <a:gd name="connsiteY21" fmla="*/ 54751 h 477108"/>
                  <a:gd name="connsiteX22" fmla="*/ 162122 w 460896"/>
                  <a:gd name="connsiteY22" fmla="*/ 67434 h 477108"/>
                  <a:gd name="connsiteX23" fmla="*/ 109783 w 460896"/>
                  <a:gd name="connsiteY23" fmla="*/ 103772 h 477108"/>
                  <a:gd name="connsiteX24" fmla="*/ 76355 w 460896"/>
                  <a:gd name="connsiteY24" fmla="*/ 161630 h 477108"/>
                  <a:gd name="connsiteX25" fmla="*/ 64603 w 460896"/>
                  <a:gd name="connsiteY25" fmla="*/ 238868 h 477108"/>
                  <a:gd name="connsiteX26" fmla="*/ 76355 w 460896"/>
                  <a:gd name="connsiteY26" fmla="*/ 315963 h 477108"/>
                  <a:gd name="connsiteX27" fmla="*/ 109783 w 460896"/>
                  <a:gd name="connsiteY27" fmla="*/ 373649 h 477108"/>
                  <a:gd name="connsiteX28" fmla="*/ 162122 w 460896"/>
                  <a:gd name="connsiteY28" fmla="*/ 409817 h 477108"/>
                  <a:gd name="connsiteX29" fmla="*/ 230291 w 460896"/>
                  <a:gd name="connsiteY29" fmla="*/ 422386 h 477108"/>
                  <a:gd name="connsiteX30" fmla="*/ 298802 w 460896"/>
                  <a:gd name="connsiteY30" fmla="*/ 409817 h 477108"/>
                  <a:gd name="connsiteX31" fmla="*/ 350999 w 460896"/>
                  <a:gd name="connsiteY31" fmla="*/ 373649 h 477108"/>
                  <a:gd name="connsiteX32" fmla="*/ 384285 w 460896"/>
                  <a:gd name="connsiteY32" fmla="*/ 315963 h 477108"/>
                  <a:gd name="connsiteX33" fmla="*/ 396007 w 460896"/>
                  <a:gd name="connsiteY33" fmla="*/ 238868 h 4771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60896" h="477108">
                    <a:moveTo>
                      <a:pt x="460896" y="238868"/>
                    </a:moveTo>
                    <a:cubicBezTo>
                      <a:pt x="460896" y="273867"/>
                      <a:pt x="455363" y="305959"/>
                      <a:pt x="444267" y="335173"/>
                    </a:cubicBezTo>
                    <a:cubicBezTo>
                      <a:pt x="433172" y="364386"/>
                      <a:pt x="417513" y="389553"/>
                      <a:pt x="397291" y="410615"/>
                    </a:cubicBezTo>
                    <a:cubicBezTo>
                      <a:pt x="377068" y="431706"/>
                      <a:pt x="352767" y="448066"/>
                      <a:pt x="324387" y="459666"/>
                    </a:cubicBezTo>
                    <a:cubicBezTo>
                      <a:pt x="296007" y="471294"/>
                      <a:pt x="264632" y="477108"/>
                      <a:pt x="230291" y="477108"/>
                    </a:cubicBezTo>
                    <a:cubicBezTo>
                      <a:pt x="195950" y="477108"/>
                      <a:pt x="164632" y="471294"/>
                      <a:pt x="136338" y="459666"/>
                    </a:cubicBezTo>
                    <a:cubicBezTo>
                      <a:pt x="108100" y="448066"/>
                      <a:pt x="83856" y="431677"/>
                      <a:pt x="63605" y="410615"/>
                    </a:cubicBezTo>
                    <a:cubicBezTo>
                      <a:pt x="43383" y="389553"/>
                      <a:pt x="27752" y="364386"/>
                      <a:pt x="16657" y="335173"/>
                    </a:cubicBezTo>
                    <a:cubicBezTo>
                      <a:pt x="5562" y="305959"/>
                      <a:pt x="0" y="273867"/>
                      <a:pt x="0" y="238868"/>
                    </a:cubicBezTo>
                    <a:cubicBezTo>
                      <a:pt x="0" y="203868"/>
                      <a:pt x="5562" y="171805"/>
                      <a:pt x="16657" y="142591"/>
                    </a:cubicBezTo>
                    <a:cubicBezTo>
                      <a:pt x="27752" y="113377"/>
                      <a:pt x="43411" y="88154"/>
                      <a:pt x="63605" y="66978"/>
                    </a:cubicBezTo>
                    <a:cubicBezTo>
                      <a:pt x="83856" y="45773"/>
                      <a:pt x="108100" y="29328"/>
                      <a:pt x="136338" y="17585"/>
                    </a:cubicBezTo>
                    <a:cubicBezTo>
                      <a:pt x="164604" y="5871"/>
                      <a:pt x="195921" y="0"/>
                      <a:pt x="230291" y="0"/>
                    </a:cubicBezTo>
                    <a:cubicBezTo>
                      <a:pt x="264661" y="0"/>
                      <a:pt x="296007" y="5871"/>
                      <a:pt x="324387" y="17585"/>
                    </a:cubicBezTo>
                    <a:cubicBezTo>
                      <a:pt x="352767" y="29328"/>
                      <a:pt x="377068" y="45773"/>
                      <a:pt x="397291" y="66978"/>
                    </a:cubicBezTo>
                    <a:cubicBezTo>
                      <a:pt x="417542" y="88154"/>
                      <a:pt x="433172" y="113377"/>
                      <a:pt x="444267" y="142591"/>
                    </a:cubicBezTo>
                    <a:cubicBezTo>
                      <a:pt x="455363" y="171805"/>
                      <a:pt x="460896" y="203897"/>
                      <a:pt x="460896" y="238868"/>
                    </a:cubicBezTo>
                    <a:close/>
                    <a:moveTo>
                      <a:pt x="396007" y="238868"/>
                    </a:moveTo>
                    <a:cubicBezTo>
                      <a:pt x="396007" y="210196"/>
                      <a:pt x="392128" y="184459"/>
                      <a:pt x="384285" y="161630"/>
                    </a:cubicBezTo>
                    <a:cubicBezTo>
                      <a:pt x="376441" y="138829"/>
                      <a:pt x="365346" y="119534"/>
                      <a:pt x="350999" y="103772"/>
                    </a:cubicBezTo>
                    <a:cubicBezTo>
                      <a:pt x="336652" y="88011"/>
                      <a:pt x="319253" y="75898"/>
                      <a:pt x="298802" y="67434"/>
                    </a:cubicBezTo>
                    <a:cubicBezTo>
                      <a:pt x="278380" y="58969"/>
                      <a:pt x="255534" y="54751"/>
                      <a:pt x="230291" y="54751"/>
                    </a:cubicBezTo>
                    <a:cubicBezTo>
                      <a:pt x="205048" y="54751"/>
                      <a:pt x="182544" y="58969"/>
                      <a:pt x="162122" y="67434"/>
                    </a:cubicBezTo>
                    <a:cubicBezTo>
                      <a:pt x="141700" y="75898"/>
                      <a:pt x="124216" y="88011"/>
                      <a:pt x="109783" y="103772"/>
                    </a:cubicBezTo>
                    <a:cubicBezTo>
                      <a:pt x="95322" y="119562"/>
                      <a:pt x="84170" y="138829"/>
                      <a:pt x="76355" y="161630"/>
                    </a:cubicBezTo>
                    <a:cubicBezTo>
                      <a:pt x="68511" y="184431"/>
                      <a:pt x="64603" y="210196"/>
                      <a:pt x="64603" y="238868"/>
                    </a:cubicBezTo>
                    <a:cubicBezTo>
                      <a:pt x="64603" y="267540"/>
                      <a:pt x="68511" y="293248"/>
                      <a:pt x="76355" y="315963"/>
                    </a:cubicBezTo>
                    <a:cubicBezTo>
                      <a:pt x="84170" y="338678"/>
                      <a:pt x="95322" y="357917"/>
                      <a:pt x="109783" y="373649"/>
                    </a:cubicBezTo>
                    <a:cubicBezTo>
                      <a:pt x="124244" y="389410"/>
                      <a:pt x="141700" y="401466"/>
                      <a:pt x="162122" y="409817"/>
                    </a:cubicBezTo>
                    <a:cubicBezTo>
                      <a:pt x="182544" y="418168"/>
                      <a:pt x="205305" y="422386"/>
                      <a:pt x="230291" y="422386"/>
                    </a:cubicBezTo>
                    <a:cubicBezTo>
                      <a:pt x="255277" y="422386"/>
                      <a:pt x="278352" y="418196"/>
                      <a:pt x="298802" y="409817"/>
                    </a:cubicBezTo>
                    <a:cubicBezTo>
                      <a:pt x="319224" y="401466"/>
                      <a:pt x="336652" y="389410"/>
                      <a:pt x="350999" y="373649"/>
                    </a:cubicBezTo>
                    <a:cubicBezTo>
                      <a:pt x="365346" y="357888"/>
                      <a:pt x="376441" y="338678"/>
                      <a:pt x="384285" y="315963"/>
                    </a:cubicBezTo>
                    <a:cubicBezTo>
                      <a:pt x="392128" y="293276"/>
                      <a:pt x="396007" y="267568"/>
                      <a:pt x="396007" y="238868"/>
                    </a:cubicBezTo>
                    <a:close/>
                  </a:path>
                </a:pathLst>
              </a:custGeom>
              <a:solidFill>
                <a:srgbClr val="134CA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41585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134627</TotalTime>
  <Words>362</Words>
  <Application>Microsoft Office PowerPoint</Application>
  <PresentationFormat>Widescreen</PresentationFormat>
  <Paragraphs>144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Ocorrência de Falta de Mercadorias na Loja Transportadora: GVM Carga: 499500015328 Origem: CD Cajamar/SP Destino: 4857 Barigui/PR</dc:title>
  <dc:creator>Samantha Campos</dc:creator>
  <cp:lastModifiedBy>brcfa147</cp:lastModifiedBy>
  <cp:revision>311</cp:revision>
  <dcterms:created xsi:type="dcterms:W3CDTF">2023-01-09T13:48:52Z</dcterms:created>
  <dcterms:modified xsi:type="dcterms:W3CDTF">2026-01-09T19:15:55Z</dcterms:modified>
</cp:coreProperties>
</file>