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97" r:id="rId2"/>
    <p:sldId id="322" r:id="rId3"/>
    <p:sldId id="323" r:id="rId4"/>
    <p:sldId id="59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1" autoAdjust="0"/>
    <p:restoredTop sz="94660"/>
  </p:normalViewPr>
  <p:slideViewPr>
    <p:cSldViewPr snapToGrid="0">
      <p:cViewPr varScale="1">
        <p:scale>
          <a:sx n="74" d="100"/>
          <a:sy n="74" d="100"/>
        </p:scale>
        <p:origin x="979" y="2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unsplash.com/@brookecagle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3.jpg"/><Relationship Id="rId4" Type="http://schemas.openxmlformats.org/officeDocument/2006/relationships/image" Target="../media/image14.jpeg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</a:t>
                      </a:r>
                      <a:r>
                        <a:rPr lang="pt-BR" sz="1200" baseline="0" dirty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22/08/2025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/>
                        <a:t>CDPE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 ENTREGA - NTL - NATAL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115188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TRANSPORTES TEIXEIRA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PDQ9B50 - PDJ9E49
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CARLOS HENRIQUE LEANDRO LIRA - CPF:044.525.614-11 - CEL:(81) 9916-62464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R$ 190910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R$ 36504</a:t>
                      </a:r>
                      <a:endParaRPr lang="pt-BR" sz="3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RESFRIADA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-15° / 0° a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Carga 115188 do dia 21/08/25 05:37 saiu de CDPE com 1 entrega (NTL-NATAL) e por volta do dia 22/08/25 13:00 ao descarregar os produtos da área resfriada observou que os produtos estavam congelados, a loja continou o a descarga e liberou o veículo somente após a liberação nos informou do sinistro. Solicitamos que o veículo retornasse a loja para análise do técnico e avaliação dos prejuízos. Em 25/08/25 09:45 segunda-feira cobrado da Brígida (84-99485679) o prejuízo apurado e laudo da qualidade. Em 25/08/25 recebemos o laudo e a planilha de prejuízo apurado no valor de R$ 35.479,11. Em 29/08/25 recebmos a planilha de prejuízo apurado corrigida, estava faltando a nota 13774 e valores corrigidos o correto é de R$ 35.470,13. Em 29/08/25 descarte iniciado e vai demorar mais 5 dias, previsão. Em 10/09/25 cobrado da Loja NTL o laudo e nota fiscal do descarte, cobrado o Denis Costa (denis_costa_1@carrefour.com) a avaliação no veículo. Em 16/09/25 enviado a nf do descarte no valor de R$ 8267,04 porém considerar somente R$ 1033,38 conforme informado pela Daniele Silva. Em análise seguradora.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SINISTRO 65484 – PERDA TEMPERATURA – CDPE – (NATAL)
BACKOFFICE - SINISTROS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36438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16:00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17:00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934402" y="3616656"/>
            <a:ext cx="3178835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MOTORISTA </a:t>
            </a:r>
          </a:p>
          <a:p>
            <a:r>
              <a:rPr lang="pt-BR" sz="1200" dirty="0" err="1"/>
              <a:t>CARLOS HENRIQUE LEANDRO LIRA - CPF:044.525.614-11 - CEL:(81) 9916-62464</a:t>
            </a:r>
            <a:endParaRPr lang="pt-BR" sz="500" dirty="0"/>
          </a:p>
          <a:p>
            <a:r>
              <a:rPr lang="pt-BR" sz="1200" dirty="0" err="1"/>
              <a:t>Qtde</a:t>
            </a:r>
            <a:r>
              <a:rPr lang="pt-BR" sz="1200" dirty="0"/>
              <a:t> de Cargas: </a:t>
            </a:r>
            <a:r>
              <a:rPr lang="pt-BR" sz="1200" dirty="0" err="1"/>
              <a:t>11</a:t>
            </a:r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17543B-1E14-17D0-1C0D-BBE3A08E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6" y="4970672"/>
            <a:ext cx="1700541" cy="16655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4CD897-161E-BEDA-C58B-921737432A8C}"/>
              </a:ext>
            </a:extLst>
          </p:cNvPr>
          <p:cNvSpPr txBox="1"/>
          <p:nvPr/>
        </p:nvSpPr>
        <p:spPr>
          <a:xfrm>
            <a:off x="45020" y="3621230"/>
            <a:ext cx="4785654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CRLV </a:t>
            </a:r>
          </a:p>
          <a:p>
            <a:r>
              <a:rPr lang="pt-BR" sz="1200" dirty="0">
                <a:highlight>
                  <a:srgbClr val="FFFF00"/>
                </a:highlight>
              </a:rPr>
              <a:t>RENAVAM  00698416775</a:t>
            </a:r>
          </a:p>
          <a:p>
            <a:r>
              <a:rPr lang="pt-BR" sz="1200" dirty="0">
                <a:highlight>
                  <a:srgbClr val="FFFF00"/>
                </a:highlight>
              </a:rPr>
              <a:t>ANO FAB/MODELO 1997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M/BENZ 1720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COR BRANCO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CABO FRIO RJ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PROP: CLAUDIO F.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CPF: 659.639.207-44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FAD3D5-8EEB-CE1D-D08F-3885502EAC54}"/>
              </a:ext>
            </a:extLst>
          </p:cNvPr>
          <p:cNvSpPr txBox="1"/>
          <p:nvPr/>
        </p:nvSpPr>
        <p:spPr>
          <a:xfrm>
            <a:off x="4830674" y="3612614"/>
            <a:ext cx="214278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RASTREADOR</a:t>
            </a:r>
          </a:p>
          <a:p>
            <a:r>
              <a:rPr lang="pt-BR" sz="1200" dirty="0">
                <a:highlight>
                  <a:srgbClr val="FFFF00"/>
                </a:highlight>
              </a:rPr>
              <a:t>ID: 6020607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TECNOLOGIA OMNILINK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PRODUTO: RASTREADOR INTELIGENTE RI4484</a:t>
            </a:r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3694EA-4AD4-5D04-D538-DF7971ED9E95}"/>
              </a:ext>
            </a:extLst>
          </p:cNvPr>
          <p:cNvSpPr txBox="1"/>
          <p:nvPr/>
        </p:nvSpPr>
        <p:spPr>
          <a:xfrm>
            <a:off x="6973462" y="3621230"/>
            <a:ext cx="196094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ANTT 055270311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CLAUDIO FERREIRA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DESDE:23/08/2022</a:t>
            </a:r>
          </a:p>
          <a:p>
            <a:r>
              <a:rPr lang="pt-BR" sz="1200" dirty="0">
                <a:highlight>
                  <a:srgbClr val="FFFF00"/>
                </a:highlight>
              </a:rPr>
              <a:t>VÁLIDO: 23/08/2027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DE8C3-B6DB-819E-B580-D38E1FE0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40" y="4655126"/>
            <a:ext cx="3005462" cy="21558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E51DCE1-34A7-8C24-0DE0-B7D60EEE5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389" y="5363580"/>
            <a:ext cx="1863086" cy="125726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56DA7A-D3E7-764B-503D-4FE2E811D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30" y="4734880"/>
            <a:ext cx="1840836" cy="19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" y="1170585"/>
            <a:ext cx="12173744" cy="56874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SINISTRO 65484 – PERDA TEMPERATURA – CDPE – (NATAL)
BACKOFFICE - SINISTROS</a:t>
            </a:r>
            <a:r>
              <a:rPr lang="pt-BR" dirty="0"/>
              <a:t> 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C8F5199-5F36-B73B-8E1D-5A2ABA1F5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02210"/>
              </p:ext>
            </p:extLst>
          </p:nvPr>
        </p:nvGraphicFramePr>
        <p:xfrm>
          <a:off x="0" y="816005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16:00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17:00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17317"/>
              </p:ext>
            </p:extLst>
          </p:nvPr>
        </p:nvGraphicFramePr>
        <p:xfrm>
          <a:off x="0" y="4057695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CDPE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NATAL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0901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e apuração das fotos recebidas, o</a:t>
                      </a:r>
                      <a:r>
                        <a:rPr lang="pt-BR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/>
                        <a:t>ionando um prejuízo na Loja 6268 – Niterói </a:t>
                      </a:r>
                      <a:r>
                        <a:rPr lang="pt-BR" sz="1200" baseline="0" dirty="0"/>
                        <a:t>de </a:t>
                      </a:r>
                      <a:r>
                        <a:rPr lang="pt-BR" sz="1200" dirty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8936182" y="1171480"/>
            <a:ext cx="3199332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CONDIÇÕES CLIMÁTICAS: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DO LOCAL: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FATORES RELEVANTES: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31928" y="4425742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15:30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54733" y="4437240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16:00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0°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102130" y="4428978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21/08/2025 17:00</a:t>
            </a:r>
            <a:r>
              <a:rPr lang="pt-BR" sz="1200" dirty="0"/>
              <a:t> </a:t>
            </a:r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-15°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206860" y="4425740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22/08/2025 05:37</a:t>
            </a:r>
            <a:endParaRPr lang="pt-BR" sz="1200" dirty="0"/>
          </a:p>
          <a:p>
            <a:r>
              <a:rPr lang="pt-BR" sz="1200" dirty="0"/>
              <a:t>TEMP. RECOM :-12° a -18° REALIZADA: 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83199" y="4425740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/>
              <a:t>22/08/2025 13:07</a:t>
            </a:r>
            <a:endParaRPr lang="pt-BR" sz="1200" dirty="0"/>
          </a:p>
          <a:p>
            <a:r>
              <a:rPr lang="pt-BR" sz="1200" dirty="0"/>
              <a:t>TEMP. RECOM.:-12° a -15°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b="1" dirty="0">
                <a:solidFill>
                  <a:srgbClr val="FF0000"/>
                </a:solidFill>
              </a:rPr>
              <a:t>-3,2°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62006" y="4420192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21/08/2025 19:48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TEMP. RECOM.:-12° a -15°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REALIZADA: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76653"/>
            <a:ext cx="8850260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DO ACIDENTE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65484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PERDA TEMPERATURA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CDPE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Jaboatão dos Guararapes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NATAL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PE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1 ENTREGA - NTL - NATAL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SINISTRO 65484 – PERDA TEMPERATURA – CDPE – (NATAL)
BACKOFFICE - SINISTROS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8B2E64-96D9-581F-E502-1FCA2204F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93086"/>
              </p:ext>
            </p:extLst>
          </p:nvPr>
        </p:nvGraphicFramePr>
        <p:xfrm>
          <a:off x="24061" y="851071"/>
          <a:ext cx="1216793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793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16:00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21/08/2025 17:00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7" name="Imagem 6" descr="Caminhão de lixo&#10;&#10;O conteúdo gerado por IA pode estar incorreto.">
            <a:extLst>
              <a:ext uri="{FF2B5EF4-FFF2-40B4-BE49-F238E27FC236}">
                <a16:creationId xmlns:a16="http://schemas.microsoft.com/office/drawing/2014/main" id="{DB2CDCDA-7863-642B-77BB-0AC5377F3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4" y="1561808"/>
            <a:ext cx="3199332" cy="2399499"/>
          </a:xfrm>
          <a:prstGeom prst="rect">
            <a:avLst/>
          </a:prstGeom>
        </p:spPr>
      </p:pic>
      <p:pic>
        <p:nvPicPr>
          <p:cNvPr id="9" name="Imagem 8" descr="Uma imagem contendo bolsa, comida, diferente, mesa&#10;&#10;O conteúdo gerado por IA pode estar incorreto.">
            <a:extLst>
              <a:ext uri="{FF2B5EF4-FFF2-40B4-BE49-F238E27FC236}">
                <a16:creationId xmlns:a16="http://schemas.microsoft.com/office/drawing/2014/main" id="{1FDA61ED-FB7D-7B60-B1E7-5C1899023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13066" y="1847748"/>
            <a:ext cx="2415497" cy="1811623"/>
          </a:xfrm>
          <a:prstGeom prst="rect">
            <a:avLst/>
          </a:prstGeom>
        </p:spPr>
      </p:pic>
      <p:pic>
        <p:nvPicPr>
          <p:cNvPr id="11" name="Imagem 10" descr="Uma imagem contendo pessoa, ao ar livre, estrada, caminhão&#10;&#10;O conteúdo gerado por IA pode estar incorreto.">
            <a:extLst>
              <a:ext uri="{FF2B5EF4-FFF2-40B4-BE49-F238E27FC236}">
                <a16:creationId xmlns:a16="http://schemas.microsoft.com/office/drawing/2014/main" id="{3625760E-6632-4956-670B-4A4C01956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43" y="2013644"/>
            <a:ext cx="3194236" cy="17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134623</TotalTime>
  <Words>541</Words>
  <Application>Microsoft Office PowerPoint</Application>
  <PresentationFormat>Widescreen</PresentationFormat>
  <Paragraphs>150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309</cp:revision>
  <dcterms:created xsi:type="dcterms:W3CDTF">2023-01-09T13:48:52Z</dcterms:created>
  <dcterms:modified xsi:type="dcterms:W3CDTF">2025-09-28T14:56:44Z</dcterms:modified>
</cp:coreProperties>
</file>