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97" r:id="rId2"/>
    <p:sldId id="322" r:id="rId3"/>
    <p:sldId id="323" r:id="rId4"/>
    <p:sldId id="59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11" autoAdjust="0"/>
    <p:restoredTop sz="94660"/>
  </p:normalViewPr>
  <p:slideViewPr>
    <p:cSldViewPr snapToGrid="0">
      <p:cViewPr varScale="1">
        <p:scale>
          <a:sx n="74" d="100"/>
          <a:sy n="74" d="100"/>
        </p:scale>
        <p:origin x="979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brookecagle?utm_source=unsplash&amp;utm_medium=referral&amp;utm_content=creditCopyTex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52581"/>
              </p:ext>
            </p:extLst>
          </p:nvPr>
        </p:nvGraphicFramePr>
        <p:xfrm>
          <a:off x="24062" y="865786"/>
          <a:ext cx="12134949" cy="10287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</a:t>
                      </a:r>
                      <a:r>
                        <a:rPr lang="pt-BR" sz="1200" baseline="0" dirty="0"/>
                        <a:t> do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Transportadora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/>
                        <a:t>Info_DT_Sinistro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err="1"/>
                        <a:t>Info_CidadeOrigem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Info_Cid_Destino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Info_Carga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Info_Transp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Info_Placa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Info_mot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Info_VlCarga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Info_Prejuizo</a:t>
                      </a:r>
                      <a:endParaRPr lang="pt-BR" sz="3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RESFRIADA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-15° / 0° a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68480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Info_Desc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36438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934402" y="3616656"/>
            <a:ext cx="3178835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MOTORISTA </a:t>
            </a:r>
          </a:p>
          <a:p>
            <a:r>
              <a:rPr lang="pt-BR" sz="1200" dirty="0" err="1"/>
              <a:t>Info_mot</a:t>
            </a:r>
            <a:endParaRPr lang="pt-BR" sz="500" dirty="0"/>
          </a:p>
          <a:p>
            <a:r>
              <a:rPr lang="pt-BR" sz="1200" dirty="0" err="1"/>
              <a:t>Qtde</a:t>
            </a:r>
            <a:r>
              <a:rPr lang="pt-BR" sz="1200" dirty="0"/>
              <a:t> de Cargas: </a:t>
            </a:r>
            <a:r>
              <a:rPr lang="pt-BR" sz="1200" dirty="0" err="1"/>
              <a:t>Info_Qte_Cargas</a:t>
            </a:r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17543B-1E14-17D0-1C0D-BBE3A08E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6" y="4970672"/>
            <a:ext cx="1700541" cy="16655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4CD897-161E-BEDA-C58B-921737432A8C}"/>
              </a:ext>
            </a:extLst>
          </p:cNvPr>
          <p:cNvSpPr txBox="1"/>
          <p:nvPr/>
        </p:nvSpPr>
        <p:spPr>
          <a:xfrm>
            <a:off x="45020" y="3621230"/>
            <a:ext cx="4785654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CRLV </a:t>
            </a:r>
          </a:p>
          <a:p>
            <a:r>
              <a:rPr lang="pt-BR" sz="1200" dirty="0">
                <a:highlight>
                  <a:srgbClr val="FFFF00"/>
                </a:highlight>
              </a:rPr>
              <a:t>RENAVAM  00698416775</a:t>
            </a:r>
          </a:p>
          <a:p>
            <a:r>
              <a:rPr lang="pt-BR" sz="1200" dirty="0">
                <a:highlight>
                  <a:srgbClr val="FFFF00"/>
                </a:highlight>
              </a:rPr>
              <a:t>ANO FAB/MODELO 1997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M/BENZ 1720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COR BRANCO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CABO FRIO RJ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PROP: CLAUDIO F.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CPF: 659.639.207-44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4FAD3D5-8EEB-CE1D-D08F-3885502EAC54}"/>
              </a:ext>
            </a:extLst>
          </p:cNvPr>
          <p:cNvSpPr txBox="1"/>
          <p:nvPr/>
        </p:nvSpPr>
        <p:spPr>
          <a:xfrm>
            <a:off x="4830674" y="3612614"/>
            <a:ext cx="214278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RASTREADOR</a:t>
            </a:r>
          </a:p>
          <a:p>
            <a:r>
              <a:rPr lang="pt-BR" sz="1200" dirty="0">
                <a:highlight>
                  <a:srgbClr val="FFFF00"/>
                </a:highlight>
              </a:rPr>
              <a:t>ID: 6020607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TECNOLOGIA OMNILINK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PRODUTO: RASTREADOR INTELIGENTE RI4484</a:t>
            </a:r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3694EA-4AD4-5D04-D538-DF7971ED9E95}"/>
              </a:ext>
            </a:extLst>
          </p:cNvPr>
          <p:cNvSpPr txBox="1"/>
          <p:nvPr/>
        </p:nvSpPr>
        <p:spPr>
          <a:xfrm>
            <a:off x="6973462" y="3621230"/>
            <a:ext cx="196094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ANTT 055270311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CLAUDIO FERREIRA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DESDE:23/08/2022</a:t>
            </a:r>
          </a:p>
          <a:p>
            <a:r>
              <a:rPr lang="pt-BR" sz="1200" dirty="0">
                <a:highlight>
                  <a:srgbClr val="FFFF00"/>
                </a:highlight>
              </a:rPr>
              <a:t>VÁLIDO: 23/08/2027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1DE8C3-B6DB-819E-B580-D38E1FE0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140" y="4655126"/>
            <a:ext cx="3005462" cy="21558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E51DCE1-34A7-8C24-0DE0-B7D60EEE5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389" y="5363580"/>
            <a:ext cx="1863086" cy="125726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C56DA7A-D3E7-764B-503D-4FE2E811D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530" y="4734880"/>
            <a:ext cx="1840836" cy="19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C8F5199-5F36-B73B-8E1D-5A2ABA1F5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02210"/>
              </p:ext>
            </p:extLst>
          </p:nvPr>
        </p:nvGraphicFramePr>
        <p:xfrm>
          <a:off x="0" y="816005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CAD18158-F37C-C0C5-8351-369184E07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0805"/>
            <a:ext cx="12192000" cy="3105734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8B1BC40-47E7-F312-B4FD-CF53A1FEA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687434"/>
              </p:ext>
            </p:extLst>
          </p:nvPr>
        </p:nvGraphicFramePr>
        <p:xfrm>
          <a:off x="8927" y="5564377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Info_CidadeOrigem</a:t>
                      </a:r>
                      <a:r>
                        <a:rPr lang="pt-B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/>
                        <a:t>&gt;&gt; </a:t>
                      </a:r>
                      <a:r>
                        <a:rPr lang="pt-BR" sz="1400" dirty="0" err="1"/>
                        <a:t>Info_Destino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1523F1D7-DD54-C027-8224-21BFEEBC148C}"/>
              </a:ext>
            </a:extLst>
          </p:cNvPr>
          <p:cNvSpPr txBox="1"/>
          <p:nvPr/>
        </p:nvSpPr>
        <p:spPr>
          <a:xfrm>
            <a:off x="40855" y="5932424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Info_Doca</a:t>
            </a:r>
            <a:endParaRPr lang="pt-BR" sz="1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BBA899-8CC6-FA98-716B-3E6A531BE385}"/>
              </a:ext>
            </a:extLst>
          </p:cNvPr>
          <p:cNvSpPr txBox="1"/>
          <p:nvPr/>
        </p:nvSpPr>
        <p:spPr>
          <a:xfrm>
            <a:off x="4111057" y="5935660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Info_Fim_Carreg</a:t>
            </a:r>
            <a:r>
              <a:rPr lang="pt-BR" sz="1200" dirty="0"/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8A94AB1-FDFB-DCDF-E567-C1E16E08C468}"/>
              </a:ext>
            </a:extLst>
          </p:cNvPr>
          <p:cNvSpPr txBox="1"/>
          <p:nvPr/>
        </p:nvSpPr>
        <p:spPr>
          <a:xfrm>
            <a:off x="8215787" y="5932422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/>
              <a:t>Info_Inicio_Viagem</a:t>
            </a:r>
            <a:endParaRPr lang="pt-BR" sz="12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68C1FC-7080-7332-FBB8-8B77F40C59F2}"/>
              </a:ext>
            </a:extLst>
          </p:cNvPr>
          <p:cNvSpPr txBox="1"/>
          <p:nvPr/>
        </p:nvSpPr>
        <p:spPr>
          <a:xfrm>
            <a:off x="10292126" y="5932422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Info_Chegada</a:t>
            </a:r>
            <a:endParaRPr lang="pt-BR" sz="12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A589E6-2CE4-FF3D-F871-6C9BB4E1AE81}"/>
              </a:ext>
            </a:extLst>
          </p:cNvPr>
          <p:cNvSpPr txBox="1"/>
          <p:nvPr/>
        </p:nvSpPr>
        <p:spPr>
          <a:xfrm>
            <a:off x="6170933" y="5937265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>
                <a:solidFill>
                  <a:schemeClr val="tx1"/>
                </a:solidFill>
              </a:rPr>
              <a:t>Info_Emissao_NF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19FF22-AE0C-6459-B491-3FAE0E2D24C8}"/>
              </a:ext>
            </a:extLst>
          </p:cNvPr>
          <p:cNvSpPr txBox="1"/>
          <p:nvPr/>
        </p:nvSpPr>
        <p:spPr>
          <a:xfrm>
            <a:off x="2058692" y="5935660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Info_Inicio_Carreg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37989"/>
              </p:ext>
            </p:extLst>
          </p:nvPr>
        </p:nvGraphicFramePr>
        <p:xfrm>
          <a:off x="0" y="4410989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Info_CidadeOrigem</a:t>
                      </a:r>
                      <a:r>
                        <a:rPr lang="pt-B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/>
                        <a:t>&gt;&gt; </a:t>
                      </a:r>
                      <a:r>
                        <a:rPr lang="pt-BR" sz="1400" dirty="0" err="1"/>
                        <a:t>Info_Destino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00901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e apuração das fotos recebidas, o</a:t>
                      </a:r>
                      <a:r>
                        <a:rPr lang="pt-BR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/>
                        <a:t>ionando um prejuízo na Loja 6268 – Niterói </a:t>
                      </a:r>
                      <a:r>
                        <a:rPr lang="pt-BR" sz="1200" baseline="0" dirty="0"/>
                        <a:t>de </a:t>
                      </a:r>
                      <a:r>
                        <a:rPr lang="pt-BR" sz="1200" dirty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8936182" y="1171480"/>
            <a:ext cx="3199332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CONDIÇÕES CLIMÁTICAS: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DO LOCAL: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FATORES RELEVANTES: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21537" y="4768645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Info_Doca</a:t>
            </a:r>
            <a:endParaRPr lang="pt-BR" sz="120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44342" y="4780143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Info_Inicio_Carreg</a:t>
            </a:r>
            <a:endParaRPr lang="pt-BR" sz="1200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091739" y="4771881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Info_Fim_Carreg</a:t>
            </a:r>
            <a:r>
              <a:rPr lang="pt-BR" sz="1200" dirty="0"/>
              <a:t>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196469" y="4768643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/>
              <a:t>Info_Inicio_Viagem</a:t>
            </a:r>
            <a:endParaRPr lang="pt-BR" sz="12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72808" y="4768643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Info_Chegada</a:t>
            </a:r>
            <a:endParaRPr lang="pt-BR" sz="120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51615" y="4773486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>
                <a:solidFill>
                  <a:schemeClr val="tx1"/>
                </a:solidFill>
              </a:rPr>
              <a:t>Info_Emissao_NF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76653"/>
            <a:ext cx="885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DO LOCAL DA ABORDAGEM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8B2E64-96D9-581F-E502-1FCA2204F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293086"/>
              </p:ext>
            </p:extLst>
          </p:nvPr>
        </p:nvGraphicFramePr>
        <p:xfrm>
          <a:off x="24061" y="851071"/>
          <a:ext cx="1216793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793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7" name="Imagem 6" descr="Caminhão de lixo&#10;&#10;O conteúdo gerado por IA pode estar incorreto.">
            <a:extLst>
              <a:ext uri="{FF2B5EF4-FFF2-40B4-BE49-F238E27FC236}">
                <a16:creationId xmlns:a16="http://schemas.microsoft.com/office/drawing/2014/main" id="{DB2CDCDA-7863-642B-77BB-0AC5377F3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4" y="1561808"/>
            <a:ext cx="3199332" cy="2399499"/>
          </a:xfrm>
          <a:prstGeom prst="rect">
            <a:avLst/>
          </a:prstGeom>
        </p:spPr>
      </p:pic>
      <p:pic>
        <p:nvPicPr>
          <p:cNvPr id="9" name="Imagem 8" descr="Uma imagem contendo bolsa, comida, diferente, mesa&#10;&#10;O conteúdo gerado por IA pode estar incorreto.">
            <a:extLst>
              <a:ext uri="{FF2B5EF4-FFF2-40B4-BE49-F238E27FC236}">
                <a16:creationId xmlns:a16="http://schemas.microsoft.com/office/drawing/2014/main" id="{1FDA61ED-FB7D-7B60-B1E7-5C1899023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13066" y="1847748"/>
            <a:ext cx="2415497" cy="1811623"/>
          </a:xfrm>
          <a:prstGeom prst="rect">
            <a:avLst/>
          </a:prstGeom>
        </p:spPr>
      </p:pic>
      <p:pic>
        <p:nvPicPr>
          <p:cNvPr id="11" name="Imagem 10" descr="Uma imagem contendo pessoa, ao ar livre, estrada, caminhão&#10;&#10;O conteúdo gerado por IA pode estar incorreto.">
            <a:extLst>
              <a:ext uri="{FF2B5EF4-FFF2-40B4-BE49-F238E27FC236}">
                <a16:creationId xmlns:a16="http://schemas.microsoft.com/office/drawing/2014/main" id="{3625760E-6632-4956-670B-4A4C01956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43" y="2013644"/>
            <a:ext cx="3194236" cy="179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134629</TotalTime>
  <Words>529</Words>
  <Application>Microsoft Office PowerPoint</Application>
  <PresentationFormat>Widescreen</PresentationFormat>
  <Paragraphs>156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Fabio Alves Cordeiro</cp:lastModifiedBy>
  <cp:revision>310</cp:revision>
  <dcterms:created xsi:type="dcterms:W3CDTF">2023-01-09T13:48:52Z</dcterms:created>
  <dcterms:modified xsi:type="dcterms:W3CDTF">2025-09-28T15:08:51Z</dcterms:modified>
</cp:coreProperties>
</file>