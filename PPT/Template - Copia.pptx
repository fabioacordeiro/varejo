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97" r:id="rId2"/>
    <p:sldId id="322" r:id="rId3"/>
    <p:sldId id="598" r:id="rId4"/>
    <p:sldId id="323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brookecagle?utm_source=unsplash&amp;utm_medium=referral&amp;utm_content=creditCopyTex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F8FFC8-1BD7-805F-C714-15AA16C1B232}"/>
              </a:ext>
            </a:extLst>
          </p:cNvPr>
          <p:cNvSpPr txBox="1"/>
          <p:nvPr/>
        </p:nvSpPr>
        <p:spPr>
          <a:xfrm>
            <a:off x="24061" y="3616656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VEÍCULO</a:t>
            </a:r>
          </a:p>
          <a:p>
            <a:r>
              <a:rPr lang="pt-BR" sz="1200" dirty="0"/>
              <a:t>RECOMENDADA: AMBIENTE</a:t>
            </a:r>
          </a:p>
          <a:p>
            <a:r>
              <a:rPr lang="pt-BR" sz="1200" dirty="0"/>
              <a:t>APURADA</a:t>
            </a:r>
            <a:r>
              <a:rPr lang="pt-BR" sz="1200" dirty="0" smtClean="0"/>
              <a:t>: </a:t>
            </a:r>
            <a:r>
              <a:rPr lang="pt-BR" sz="1200" dirty="0">
                <a:solidFill>
                  <a:srgbClr val="00B050"/>
                </a:solidFill>
              </a:rPr>
              <a:t>0</a:t>
            </a:r>
            <a:r>
              <a:rPr lang="pt-BR" sz="1200" dirty="0" smtClean="0">
                <a:solidFill>
                  <a:srgbClr val="00B050"/>
                </a:solidFill>
              </a:rPr>
              <a:t>°</a:t>
            </a:r>
          </a:p>
          <a:p>
            <a:r>
              <a:rPr lang="pt-BR" sz="1200" b="1" dirty="0" smtClean="0">
                <a:solidFill>
                  <a:srgbClr val="00B050"/>
                </a:solidFill>
              </a:rPr>
              <a:t>SEM IMAGEM – APURADO NO CHECK-LIST</a:t>
            </a: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11940"/>
              </p:ext>
            </p:extLst>
          </p:nvPr>
        </p:nvGraphicFramePr>
        <p:xfrm>
          <a:off x="24062" y="865786"/>
          <a:ext cx="12134949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Data</a:t>
                      </a:r>
                      <a:r>
                        <a:rPr lang="pt-BR" sz="1200" baseline="0" dirty="0" smtClean="0"/>
                        <a:t>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Transportadora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Data</a:t>
                      </a:r>
                      <a:r>
                        <a:rPr lang="pt-BR" sz="1100" baseline="0" dirty="0" smtClean="0"/>
                        <a:t> do Sinistro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/>
                        <a:t>Cidade Origem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Cidade_Destino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Destino_template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LUIZ MAURO HERGERT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CFY7F25 - GJI9F96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JEFERSON MOREIRA DA SILVA - CPF: 075.287.359-81 - CEL: (15) 99789-4095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</a:t>
                      </a:r>
                      <a:r>
                        <a:rPr lang="pt-B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494494,61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R$ 74.925</a:t>
                      </a:r>
                      <a:endParaRPr lang="pt-BR" sz="3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</a:t>
                      </a:r>
                      <a:r>
                        <a:rPr lang="pt-BR" sz="1100" dirty="0" smtClean="0"/>
                        <a:t>RESFRIADA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</a:t>
                      </a:r>
                      <a:r>
                        <a:rPr lang="pt-BR" sz="1100" dirty="0" smtClean="0"/>
                        <a:t>15° </a:t>
                      </a:r>
                      <a:r>
                        <a:rPr lang="pt-BR" sz="1100" dirty="0"/>
                        <a:t>/ 0° a </a:t>
                      </a:r>
                      <a:r>
                        <a:rPr lang="pt-BR" sz="1100" dirty="0" smtClean="0"/>
                        <a:t>4</a:t>
                      </a:r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244923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Veículo saiu carregado de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Itapecerica da Serra no 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dia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08/08/25 07:58 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entregas 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ao chegar na última entrega no 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dia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11/08/25 12:30 na loja 6268</a:t>
                      </a:r>
                      <a:r>
                        <a:rPr lang="pt-BR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pt-BR" sz="12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Niteróis</a:t>
                      </a:r>
                      <a:r>
                        <a:rPr lang="pt-BR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recebimento e conferência da carga foi identificado a variação de temperatura no compartimento da carga resfriada com temperatura recomendada de 0</a:t>
                      </a:r>
                      <a:r>
                        <a:rPr lang="pt-BR" sz="1200" dirty="0"/>
                        <a:t>° a 4°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temperatura apurada de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-5,4</a:t>
                      </a:r>
                      <a:r>
                        <a:rPr lang="pt-BR" sz="1200" dirty="0" smtClean="0"/>
                        <a:t>°,  a divisória estava instalada incorretamente (falta</a:t>
                      </a:r>
                      <a:r>
                        <a:rPr lang="pt-BR" sz="1200" baseline="0" dirty="0" smtClean="0"/>
                        <a:t> de trava pallets)</a:t>
                      </a:r>
                      <a:r>
                        <a:rPr lang="pt-BR" sz="1200" dirty="0" smtClean="0"/>
                        <a:t> a divisória</a:t>
                      </a:r>
                      <a:r>
                        <a:rPr lang="pt-BR" sz="1200" baseline="0" dirty="0" smtClean="0"/>
                        <a:t> também está com a rigidez inadequada e espaços no teto liberou a entrada excessiva de ar frio congelando os produtos resfriados,</a:t>
                      </a:r>
                      <a:r>
                        <a:rPr lang="pt-BR" sz="1200" dirty="0" smtClean="0"/>
                        <a:t> prejuízo</a:t>
                      </a:r>
                      <a:r>
                        <a:rPr lang="pt-BR" sz="1200" baseline="0" dirty="0" smtClean="0"/>
                        <a:t> apurado somente na loja de 6268 de R$ 74.925 finalizando as entregas somente no dia seguinte devido a disponibilidade do técnico em 09/08/25 11:50.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sz="1800" b="1" i="0" u="none" strike="noStrike" dirty="0" smtClean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Número </a:t>
            </a:r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–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CAUSA </a:t>
            </a:r>
            <a:r>
              <a:rPr lang="pt-BR" sz="1800" b="1" i="0" u="none" strike="noStrike" dirty="0" smtClean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– Cidade Origem</a:t>
            </a:r>
            <a:endParaRPr lang="pt-BR" sz="1800" b="1" i="0" u="none" strike="noStrike" dirty="0" smtClean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 - SINISTROS</a:t>
            </a:r>
            <a:r>
              <a:rPr lang="pt-BR" dirty="0" smtClean="0"/>
              <a:t> 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104560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CONFERÊNCIA QA  EXPEDIÇÃO – INICIO 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08/08/25 07:58 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249E62F-0F6E-B4FB-DB53-7E2F0F616D28}"/>
              </a:ext>
            </a:extLst>
          </p:cNvPr>
          <p:cNvSpPr txBox="1"/>
          <p:nvPr/>
        </p:nvSpPr>
        <p:spPr>
          <a:xfrm>
            <a:off x="2071253" y="3616656"/>
            <a:ext cx="2452009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 smtClean="0"/>
              <a:t>INSTALAÇÃO DE DIVISÓRIAS OU TERMÓGRAFOS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r>
              <a:rPr lang="pt-BR" sz="1200" b="1" dirty="0" smtClean="0">
                <a:solidFill>
                  <a:schemeClr val="tx1"/>
                </a:solidFill>
              </a:rPr>
              <a:t>Não registrado</a:t>
            </a:r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160404" y="3616656"/>
            <a:ext cx="3952834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PROTOCOLO INFORMATIVO </a:t>
            </a:r>
          </a:p>
          <a:p>
            <a:r>
              <a:rPr lang="pt-BR" sz="1200" b="1" dirty="0"/>
              <a:t>TEMP TRANSPORTADORA /MOTORISTA </a:t>
            </a:r>
          </a:p>
          <a:p>
            <a:r>
              <a:rPr lang="pt-BR" sz="1200" dirty="0"/>
              <a:t>RECOMENDADA: -12° a -</a:t>
            </a:r>
            <a:r>
              <a:rPr lang="pt-BR" sz="1200" dirty="0" smtClean="0"/>
              <a:t>15°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6A3A7C-DB2F-AC4C-22D0-66B682EE496F}"/>
              </a:ext>
            </a:extLst>
          </p:cNvPr>
          <p:cNvSpPr txBox="1"/>
          <p:nvPr/>
        </p:nvSpPr>
        <p:spPr>
          <a:xfrm>
            <a:off x="4556023" y="3616656"/>
            <a:ext cx="3551557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CHECK-LIST DE </a:t>
            </a:r>
            <a:endParaRPr lang="pt-BR" sz="1200" b="1" dirty="0" smtClean="0"/>
          </a:p>
          <a:p>
            <a:r>
              <a:rPr lang="pt-BR" sz="1200" b="1" dirty="0" smtClean="0"/>
              <a:t>EMBARQUE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361" y="4277709"/>
            <a:ext cx="3852920" cy="2312278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353" y="4277709"/>
            <a:ext cx="2934660" cy="244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282685"/>
              </p:ext>
            </p:extLst>
          </p:nvPr>
        </p:nvGraphicFramePr>
        <p:xfrm>
          <a:off x="0" y="4057695"/>
          <a:ext cx="1218307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400" dirty="0" smtClean="0"/>
                        <a:t>ITAPECERICA</a:t>
                      </a:r>
                      <a:r>
                        <a:rPr lang="pt-BR" sz="1400" baseline="0" dirty="0" smtClean="0"/>
                        <a:t> DA SERRA</a:t>
                      </a:r>
                      <a:r>
                        <a:rPr lang="pt-BR" sz="1400" dirty="0" smtClean="0"/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smtClean="0"/>
                        <a:t>LOJA</a:t>
                      </a:r>
                      <a:r>
                        <a:rPr lang="pt-BR" sz="1400" baseline="0" dirty="0" smtClean="0"/>
                        <a:t> 6268 – NITERÓI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973713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 smtClean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 smtClean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informações e apuração das fotos recebidas, o</a:t>
                      </a:r>
                      <a:r>
                        <a:rPr lang="pt-BR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 smtClean="0"/>
                        <a:t>ionando </a:t>
                      </a:r>
                      <a:r>
                        <a:rPr lang="pt-BR" sz="1200" dirty="0"/>
                        <a:t>um </a:t>
                      </a:r>
                      <a:r>
                        <a:rPr lang="pt-BR" sz="1200" dirty="0" smtClean="0"/>
                        <a:t>prejuízo na Loja 6268 – Niterói </a:t>
                      </a:r>
                      <a:r>
                        <a:rPr lang="pt-BR" sz="1200" baseline="0" dirty="0" smtClean="0"/>
                        <a:t>de </a:t>
                      </a:r>
                      <a:r>
                        <a:rPr lang="pt-BR" sz="1200" dirty="0" smtClean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653761"/>
              </p:ext>
            </p:extLst>
          </p:nvPr>
        </p:nvGraphicFramePr>
        <p:xfrm>
          <a:off x="1" y="864998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CONFERÊNCIA QA RECEBIMENTO – INICIO 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11/08/25 12:30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12/08/25 11:50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5" name="CaixaDeTexto 24">
            <a:extLst>
              <a:ext uri="{FF2B5EF4-FFF2-40B4-BE49-F238E27FC236}">
                <a16:creationId xmlns:a16="http://schemas.microsoft.com/office/drawing/2014/main" id="{BFFD7B65-4899-486E-7AD0-BB994FA5F08B}"/>
              </a:ext>
            </a:extLst>
          </p:cNvPr>
          <p:cNvSpPr txBox="1"/>
          <p:nvPr/>
        </p:nvSpPr>
        <p:spPr>
          <a:xfrm>
            <a:off x="3873433" y="1129186"/>
            <a:ext cx="321574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DA DIVISÓRIA NO </a:t>
            </a:r>
            <a:r>
              <a:rPr lang="pt-BR" sz="1200" b="1" dirty="0" smtClean="0"/>
              <a:t>RECEBIMENTO LOJA 6268– NITERÓI</a:t>
            </a:r>
            <a:endParaRPr lang="pt-BR" sz="1200" b="1" dirty="0"/>
          </a:p>
          <a:p>
            <a:r>
              <a:rPr lang="pt-BR" sz="1200" b="1" dirty="0" smtClean="0">
                <a:solidFill>
                  <a:srgbClr val="FF0000"/>
                </a:solidFill>
              </a:rPr>
              <a:t>RIGIDEZ E INSTALAÇÃO INADEQUADA</a:t>
            </a:r>
            <a:r>
              <a:rPr lang="pt-BR" sz="1200" b="1" dirty="0" smtClean="0"/>
              <a:t> , ESPAÇOS NO TETO (FALTA TRAVA PALLETS)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7101227" y="1129916"/>
            <a:ext cx="5034287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</a:t>
            </a:r>
            <a:r>
              <a:rPr lang="pt-BR" sz="1200" b="1" dirty="0" smtClean="0"/>
              <a:t>DOS PRODUTOS LOJA 6268 – NITERÓI</a:t>
            </a:r>
          </a:p>
          <a:p>
            <a:r>
              <a:rPr lang="pt-BR" sz="1200" dirty="0"/>
              <a:t>RECOMENDADA: 0° a </a:t>
            </a:r>
            <a:r>
              <a:rPr lang="pt-BR" sz="1200" dirty="0" smtClean="0"/>
              <a:t>10°</a:t>
            </a:r>
            <a:endParaRPr lang="pt-BR" sz="1200" dirty="0"/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r>
              <a:rPr lang="pt-BR" sz="1200" dirty="0" smtClean="0">
                <a:solidFill>
                  <a:schemeClr val="tx1"/>
                </a:solidFill>
              </a:rPr>
              <a:t>;                                       APURADA: </a:t>
            </a:r>
            <a:r>
              <a:rPr lang="pt-BR" sz="1200" b="1" dirty="0" smtClean="0">
                <a:solidFill>
                  <a:srgbClr val="FF0000"/>
                </a:solidFill>
              </a:rPr>
              <a:t>-0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720F8E8-D874-55B7-D673-A9DEFAB3B8CD}"/>
              </a:ext>
            </a:extLst>
          </p:cNvPr>
          <p:cNvSpPr txBox="1"/>
          <p:nvPr/>
        </p:nvSpPr>
        <p:spPr>
          <a:xfrm>
            <a:off x="1321849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CONGELADO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42319" y="4384178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smtClean="0">
                <a:solidFill>
                  <a:schemeClr val="tx1"/>
                </a:solidFill>
              </a:rPr>
              <a:t>07/08/2025 22:52 </a:t>
            </a:r>
            <a:r>
              <a:rPr lang="pt-BR" sz="1200" dirty="0" smtClean="0"/>
              <a:t>TEMP</a:t>
            </a:r>
            <a:r>
              <a:rPr lang="pt-BR" sz="1200" dirty="0"/>
              <a:t>. RECOM.: 0° a 7°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65124" y="4395676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smtClean="0"/>
              <a:t>08/08/2025 03:40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0°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112521" y="4387414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smtClean="0"/>
              <a:t>08/08/2025 05:43 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dirty="0" smtClean="0">
                <a:solidFill>
                  <a:srgbClr val="00B050"/>
                </a:solidFill>
              </a:rPr>
              <a:t>-15°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217251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smtClean="0"/>
              <a:t>08/08/2025 07:58</a:t>
            </a:r>
          </a:p>
          <a:p>
            <a:r>
              <a:rPr lang="pt-BR" sz="1200" dirty="0" smtClean="0"/>
              <a:t>TEMP</a:t>
            </a:r>
            <a:r>
              <a:rPr lang="pt-BR" sz="1200" dirty="0"/>
              <a:t>. RECOM :-12° a -18° REALIZADA: 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93590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smtClean="0"/>
              <a:t>11/08/2025 11:50</a:t>
            </a:r>
            <a:endParaRPr lang="pt-BR" sz="1200" dirty="0"/>
          </a:p>
          <a:p>
            <a:r>
              <a:rPr lang="pt-BR" sz="1200" dirty="0"/>
              <a:t>TEMP. RECOM.:-12° a -</a:t>
            </a:r>
            <a:r>
              <a:rPr lang="pt-BR" sz="1200" dirty="0" smtClean="0"/>
              <a:t>15°</a:t>
            </a:r>
            <a:endParaRPr lang="pt-BR" sz="1200" dirty="0"/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b="1" dirty="0">
                <a:solidFill>
                  <a:srgbClr val="FF0000"/>
                </a:solidFill>
              </a:rPr>
              <a:t>-3,2°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72397" y="4378628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smtClean="0">
                <a:solidFill>
                  <a:schemeClr val="tx1"/>
                </a:solidFill>
              </a:rPr>
              <a:t>08/08/</a:t>
            </a:r>
            <a:r>
              <a:rPr lang="pt-BR" sz="1200" b="0" i="0" dirty="0" smtClean="0">
                <a:solidFill>
                  <a:schemeClr val="tx1"/>
                </a:solidFill>
                <a:effectLst/>
              </a:rPr>
              <a:t>2025 05:55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TEMP. RECOM.:-12° a -</a:t>
            </a:r>
            <a:r>
              <a:rPr lang="pt-BR" sz="1200" dirty="0" smtClean="0">
                <a:solidFill>
                  <a:schemeClr val="tx1"/>
                </a:solidFill>
              </a:rPr>
              <a:t>15°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REALIZADA: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41944"/>
            <a:ext cx="1253518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ÁREA RESFRIADA</a:t>
            </a:r>
          </a:p>
          <a:p>
            <a:r>
              <a:rPr lang="pt-BR" sz="1200" dirty="0"/>
              <a:t>RECOMENDADA: 0° a 4°</a:t>
            </a:r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-1,7°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EF8D6EF-09E2-B495-F4F4-503C91BE678D}"/>
              </a:ext>
            </a:extLst>
          </p:cNvPr>
          <p:cNvSpPr txBox="1"/>
          <p:nvPr/>
        </p:nvSpPr>
        <p:spPr>
          <a:xfrm>
            <a:off x="2584948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 smtClean="0"/>
              <a:t>CONFIGURAÇÃO DO TERMOKING NO VEÍCULO</a:t>
            </a:r>
          </a:p>
          <a:p>
            <a:r>
              <a:rPr lang="pt-BR" sz="1200" b="1" dirty="0" smtClean="0">
                <a:solidFill>
                  <a:schemeClr val="tx1"/>
                </a:solidFill>
              </a:rPr>
              <a:t>RECOMENDADO: -12 A -18</a:t>
            </a:r>
          </a:p>
          <a:p>
            <a:r>
              <a:rPr lang="pt-BR" sz="1200" dirty="0" smtClean="0">
                <a:solidFill>
                  <a:schemeClr val="tx1"/>
                </a:solidFill>
              </a:rPr>
              <a:t>APURADO: Não registrada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 smtClean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8BF489B-897A-F63D-0941-AF2DA446C8C6}"/>
              </a:ext>
            </a:extLst>
          </p:cNvPr>
          <p:cNvSpPr txBox="1"/>
          <p:nvPr/>
        </p:nvSpPr>
        <p:spPr>
          <a:xfrm>
            <a:off x="1323862" y="199445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3B3ABB9-BEBC-8B01-D221-0754099E52AC}"/>
              </a:ext>
            </a:extLst>
          </p:cNvPr>
          <p:cNvSpPr txBox="1"/>
          <p:nvPr/>
        </p:nvSpPr>
        <p:spPr>
          <a:xfrm>
            <a:off x="1285944" y="3487319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sz="1800" b="1" i="0" u="none" strike="noStrike" dirty="0" smtClean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65.329 </a:t>
            </a:r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– VARIAÇÃO DE TEMPERATURA – </a:t>
            </a:r>
            <a:r>
              <a:rPr lang="pt-BR" sz="1800" b="1" i="0" u="none" strike="noStrike" dirty="0" smtClean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ITAPECERICA DA SERRA – (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3 Entregas - 6277 - LINHA AMARELA / 4060 - BARRA / 6268 - NITEROI - RJ )</a:t>
            </a:r>
            <a:endParaRPr lang="pt-BR" sz="1800" b="1" i="0" u="none" strike="noStrike" dirty="0" smtClean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 - SINISTROS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438" y="1973852"/>
            <a:ext cx="2318383" cy="200460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033" y="1994455"/>
            <a:ext cx="2596534" cy="198400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599" y="1972350"/>
            <a:ext cx="2990188" cy="200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sz="1800" b="1" i="0" u="none" strike="noStrike" dirty="0" smtClean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65.329 </a:t>
            </a:r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– VARIAÇÃO DE TEMPERATURA – </a:t>
            </a:r>
            <a:r>
              <a:rPr lang="pt-BR" sz="1800" b="1" i="0" u="none" strike="noStrike" dirty="0" smtClean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ITAPECERICA DA SERRA – (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3 Entregas - 6277 - LINHA AMARELA / 4060 - BARRA / 6268 - NITEROI - RJ )</a:t>
            </a:r>
            <a:endParaRPr lang="pt-BR" sz="1800" b="1" i="0" u="none" strike="noStrike" dirty="0" smtClean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 - SINISTROS</a:t>
            </a:r>
            <a:r>
              <a:rPr lang="pt-BR" dirty="0" smtClean="0"/>
              <a:t> </a:t>
            </a:r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606537"/>
              </p:ext>
            </p:extLst>
          </p:nvPr>
        </p:nvGraphicFramePr>
        <p:xfrm>
          <a:off x="0" y="865786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AVALIAÇÃO</a:t>
                      </a:r>
                      <a:r>
                        <a:rPr lang="pt-BR" sz="1400" baseline="0" dirty="0" smtClean="0">
                          <a:solidFill>
                            <a:schemeClr val="bg1"/>
                          </a:solidFill>
                        </a:rPr>
                        <a:t> DE TEMPERATURA DO AMBIENTE CONGELADO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– INICIO 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11/08/25 12:30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12/08/25 11:50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170585"/>
            <a:ext cx="12173744" cy="56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134520</TotalTime>
  <Words>693</Words>
  <Application>Microsoft Office PowerPoint</Application>
  <PresentationFormat>Widescreen</PresentationFormat>
  <Paragraphs>177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brcfa147</cp:lastModifiedBy>
  <cp:revision>299</cp:revision>
  <dcterms:created xsi:type="dcterms:W3CDTF">2023-01-09T13:48:52Z</dcterms:created>
  <dcterms:modified xsi:type="dcterms:W3CDTF">2025-08-18T17:05:02Z</dcterms:modified>
</cp:coreProperties>
</file>