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97" r:id="rId2"/>
    <p:sldId id="321" r:id="rId3"/>
    <p:sldId id="31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75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unsplash.com/@brookecagle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FDE2-277A-88C0-1A09-E5E05F15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6085DC-A4B3-EF15-2957-FA6B2217D913}"/>
              </a:ext>
            </a:extLst>
          </p:cNvPr>
          <p:cNvSpPr txBox="1"/>
          <p:nvPr/>
        </p:nvSpPr>
        <p:spPr>
          <a:xfrm>
            <a:off x="45020" y="3621230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DE INSTALAÇÃO DE TEMPERATURA DO VEÍCULO 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APURADO: 19.9 ° 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A4F79F39-FA03-27D3-BB02-6CEEE2F50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23519"/>
              </p:ext>
            </p:extLst>
          </p:nvPr>
        </p:nvGraphicFramePr>
        <p:xfrm>
          <a:off x="0" y="2100109"/>
          <a:ext cx="12134949" cy="11277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37423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662412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Veículo saiu carregado de Itapecerica da Serra - SP no dia 25/03/2025 06:39 com 3 entregas para (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4677- Piracicaba / 4044 - Americana / 4938 - Campinas –SP)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chegou na rua paralela a loja no dia 25/03/25 10:43 onde ficou efetuando manutenção no câmbio, perdeu a janela da loja dás 10:00 à 12:00 se apresentando na loja 4677 no dia 26/03/25 09:32, na conferência da carga foi identificado a variação de temperatura no compartimento resfriado, onde a temperatura recomendada de 0</a:t>
                      </a:r>
                      <a:r>
                        <a:rPr lang="pt-BR" sz="1200" dirty="0"/>
                        <a:t>° a 4°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temperatura apurada foi de 9.6</a:t>
                      </a:r>
                      <a:r>
                        <a:rPr lang="pt-BR" sz="1200" dirty="0"/>
                        <a:t>°, de acordo com o foto enviada pela loja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No Interior do veículo a temperatura apurada era de 19.9</a:t>
                      </a:r>
                      <a:r>
                        <a:rPr lang="pt-BR" sz="1200" dirty="0"/>
                        <a:t>°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 Seguro foi acionado.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AABAA9C2-09B5-DCFB-426F-F584E9310A22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982D92A-F043-543E-4CBD-2BD201AC9754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38214CD9-C549-A11B-D2AE-64F6A7BD4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06798"/>
              </p:ext>
            </p:extLst>
          </p:nvPr>
        </p:nvGraphicFramePr>
        <p:xfrm>
          <a:off x="24062" y="3286191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CONFERÊNCIA QA RECEBIMENTO – INICIO 26/03/25 07:00 FIM DE RECEBIMENTO 26/03/25 16:45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233C2FE4-69F7-3ADE-38A6-3EC193774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90739C-693B-B6A5-699B-4848EE4587D9}"/>
              </a:ext>
            </a:extLst>
          </p:cNvPr>
          <p:cNvSpPr txBox="1"/>
          <p:nvPr/>
        </p:nvSpPr>
        <p:spPr>
          <a:xfrm>
            <a:off x="2136066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</a:t>
            </a:r>
          </a:p>
          <a:p>
            <a:r>
              <a:rPr lang="pt-BR" sz="1200" b="1" dirty="0"/>
              <a:t>TERMÓGRAFO CONGELADO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B54D05A-DFD0-670E-505B-07EB2EF31B73}"/>
              </a:ext>
            </a:extLst>
          </p:cNvPr>
          <p:cNvSpPr txBox="1"/>
          <p:nvPr/>
        </p:nvSpPr>
        <p:spPr>
          <a:xfrm>
            <a:off x="6121240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ROMANEIO </a:t>
            </a:r>
          </a:p>
          <a:p>
            <a:r>
              <a:rPr lang="pt-BR" sz="1200" dirty="0"/>
              <a:t>RECOMENDADA: : 0° a 4°  </a:t>
            </a:r>
          </a:p>
          <a:p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9DBAE0-151E-0E79-F9CE-41659F7C4FD5}"/>
              </a:ext>
            </a:extLst>
          </p:cNvPr>
          <p:cNvSpPr txBox="1"/>
          <p:nvPr/>
        </p:nvSpPr>
        <p:spPr>
          <a:xfrm>
            <a:off x="8107468" y="3612614"/>
            <a:ext cx="399109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PRODUTOS : Carne e Iogurte  </a:t>
            </a:r>
          </a:p>
          <a:p>
            <a:r>
              <a:rPr lang="pt-BR" sz="1200" b="1" dirty="0"/>
              <a:t>ANÁLISE AMOSTRAGEM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 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30C4113-7807-C04E-B210-E72ED26C36C3}"/>
              </a:ext>
            </a:extLst>
          </p:cNvPr>
          <p:cNvSpPr txBox="1"/>
          <p:nvPr/>
        </p:nvSpPr>
        <p:spPr>
          <a:xfrm>
            <a:off x="4122293" y="3595914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 TERMÓGRAFO 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F85827-A1E6-BA21-CF3E-44435A998527}"/>
              </a:ext>
            </a:extLst>
          </p:cNvPr>
          <p:cNvSpPr txBox="1"/>
          <p:nvPr/>
        </p:nvSpPr>
        <p:spPr>
          <a:xfrm>
            <a:off x="2365264" y="5381422"/>
            <a:ext cx="142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se aplica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72E37F-12CF-FCE1-E314-838EFF54F5FD}"/>
              </a:ext>
            </a:extLst>
          </p:cNvPr>
          <p:cNvSpPr txBox="1"/>
          <p:nvPr/>
        </p:nvSpPr>
        <p:spPr>
          <a:xfrm>
            <a:off x="4325971" y="5381422"/>
            <a:ext cx="147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instalado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CD9FD7-14DC-12E1-FB34-1539DA9AE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1BD958F0-77BF-9412-9618-40CE5055F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74419"/>
              </p:ext>
            </p:extLst>
          </p:nvPr>
        </p:nvGraphicFramePr>
        <p:xfrm>
          <a:off x="24062" y="677647"/>
          <a:ext cx="12134949" cy="1402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56370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t>DAMACEL TRANSPORTES LTDA - 07.271.074/0002-92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em Apuração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671082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26/03/25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/>
                        <a:t>ITAPECERICA DA SERRA  – 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4677 – PIRACICABA / 4044 – AMERICANA / 4938 - CAMPINAS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494500018839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TRANSPORTADORA FRAMENTO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MKR2114 – IMK4994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CLAUDIO SANTOS ALVES - CPF:016.403.855-84 CEL:(55)71923-9174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440.694,35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237.954,61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RESFRIADO / FLV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0° a 4° / AMBIENTE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EF1AA2FF-EB17-DAFC-3C10-EEA52DDE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683" y="5624201"/>
            <a:ext cx="904098" cy="11845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616C79-B7A0-8FB6-24A7-9D9DAA78C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684" y="4748057"/>
            <a:ext cx="904098" cy="7927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6E357A3-439F-C077-5EF8-A7A5473FB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42" y="4670767"/>
            <a:ext cx="1587709" cy="21534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4C2B700-AC57-ABAE-9319-07129457B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032" y="4748057"/>
            <a:ext cx="1146053" cy="204748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E4830F9-92F7-AAF9-A4A5-32F458266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16" y="4733509"/>
            <a:ext cx="1398490" cy="202377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0FBB2A7D-AECF-9DC7-F934-698F7E151C1D}"/>
              </a:ext>
            </a:extLst>
          </p:cNvPr>
          <p:cNvSpPr txBox="1"/>
          <p:nvPr/>
        </p:nvSpPr>
        <p:spPr>
          <a:xfrm>
            <a:off x="8156434" y="4298798"/>
            <a:ext cx="8803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0° a 7 °</a:t>
            </a:r>
          </a:p>
          <a:p>
            <a:r>
              <a:rPr lang="pt-BR" sz="1100" dirty="0"/>
              <a:t>APU: 9.6°</a:t>
            </a:r>
          </a:p>
          <a:p>
            <a:endParaRPr lang="pt-BR" sz="11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59D1B63-87EE-4B08-8D7D-552FAF38EBBC}"/>
              </a:ext>
            </a:extLst>
          </p:cNvPr>
          <p:cNvSpPr txBox="1"/>
          <p:nvPr/>
        </p:nvSpPr>
        <p:spPr>
          <a:xfrm>
            <a:off x="10355966" y="4298798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7.2°</a:t>
            </a:r>
          </a:p>
          <a:p>
            <a:endParaRPr lang="pt-BR" sz="11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753F1A6-144A-6F71-61D1-7509A11FDDDD}"/>
              </a:ext>
            </a:extLst>
          </p:cNvPr>
          <p:cNvSpPr txBox="1"/>
          <p:nvPr/>
        </p:nvSpPr>
        <p:spPr>
          <a:xfrm>
            <a:off x="9152712" y="4322061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11.2°</a:t>
            </a:r>
          </a:p>
          <a:p>
            <a:endParaRPr lang="pt-BR" sz="110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05D1DBC-F404-6D5E-5232-861DEDFF6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574" y="4473907"/>
            <a:ext cx="1720550" cy="22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5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94C993C5-6614-4BB9-8DE8-F38742A8C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85096"/>
              </p:ext>
            </p:extLst>
          </p:nvPr>
        </p:nvGraphicFramePr>
        <p:xfrm>
          <a:off x="6582" y="4131793"/>
          <a:ext cx="1218642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424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ITAPECERICA DA SERRA &gt;&gt; LOJA 4677 PIRACICABA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29" name="Tabela 16">
            <a:extLst>
              <a:ext uri="{FF2B5EF4-FFF2-40B4-BE49-F238E27FC236}">
                <a16:creationId xmlns:a16="http://schemas.microsoft.com/office/drawing/2014/main" id="{B63952A5-102F-4DD8-8465-3A284C70E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00503"/>
              </p:ext>
            </p:extLst>
          </p:nvPr>
        </p:nvGraphicFramePr>
        <p:xfrm>
          <a:off x="30563" y="5321170"/>
          <a:ext cx="5984479" cy="153682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9">
                <a:tc>
                  <a:txBody>
                    <a:bodyPr/>
                    <a:lstStyle/>
                    <a:p>
                      <a:r>
                        <a:rPr lang="pt-BR" sz="1400" dirty="0"/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r>
                        <a:rPr lang="pt-BR" sz="1200" kern="1200" dirty="0"/>
                        <a:t>Houve variação de temperatura no compartimento de resfriado de acordo com a análise do relatório enviado pela BRK, onde foi registrado até 14</a:t>
                      </a:r>
                      <a:r>
                        <a:rPr lang="pt-BR" sz="1200" dirty="0"/>
                        <a:t>° sendo que o recomendado é entre 0° e 4°. Permaneceu durante 25:53 </a:t>
                      </a:r>
                      <a:r>
                        <a:rPr lang="pt-BR" sz="1200" dirty="0" err="1"/>
                        <a:t>Hs</a:t>
                      </a:r>
                      <a:r>
                        <a:rPr lang="pt-BR" sz="1200" dirty="0"/>
                        <a:t> com temperatura fora do recomendado.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38" name="Tabela 16">
            <a:extLst>
              <a:ext uri="{FF2B5EF4-FFF2-40B4-BE49-F238E27FC236}">
                <a16:creationId xmlns:a16="http://schemas.microsoft.com/office/drawing/2014/main" id="{7807A7CD-6EC1-43DA-BD4C-504D777E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06256"/>
              </p:ext>
            </p:extLst>
          </p:nvPr>
        </p:nvGraphicFramePr>
        <p:xfrm>
          <a:off x="6151036" y="5333200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apuradas o veículo efetuou o carregamento fora da temperatura indicada entre 0</a:t>
                      </a:r>
                      <a:r>
                        <a:rPr lang="pt-BR" sz="1200" dirty="0"/>
                        <a:t>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7</a:t>
                      </a:r>
                      <a:r>
                        <a:rPr lang="pt-BR" sz="1200" dirty="0"/>
                        <a:t>°, deu início de viagem 25/03 6:39 com temperatura adequada entre 0° e 4° apurado 3°, porém às 9:10 da manhã a temperatura começou a subir chegando a 14°, temperatura apurada no interior do veículo de 19.9° e carne com 9.6°. Carga retornou para o CD de Itapecerica da Serra e foi recebida no dia 27/03 08:00 ainda em apuração de prejuízo.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10F3C851-E243-4E6F-9292-7303F0D4C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32598"/>
              </p:ext>
            </p:extLst>
          </p:nvPr>
        </p:nvGraphicFramePr>
        <p:xfrm>
          <a:off x="-19138" y="669716"/>
          <a:ext cx="1219266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665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EVOLUÇÃO DA TEMPERATURA INICIO 25/03/25 03:12  - FIM 26/03/25 09:32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17" name="AutoShape 2">
            <a:extLst>
              <a:ext uri="{FF2B5EF4-FFF2-40B4-BE49-F238E27FC236}">
                <a16:creationId xmlns:a16="http://schemas.microsoft.com/office/drawing/2014/main" id="{532B00AE-4BEF-45FC-A295-5FBF742E3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35692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C714C7-D043-997D-912E-D6BE51ED88F5}"/>
              </a:ext>
            </a:extLst>
          </p:cNvPr>
          <p:cNvSpPr txBox="1"/>
          <p:nvPr/>
        </p:nvSpPr>
        <p:spPr>
          <a:xfrm>
            <a:off x="51934" y="443615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25/03/2025 03:12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15</a:t>
            </a:r>
            <a:r>
              <a:rPr lang="pt-BR" sz="110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B00337-CF5A-D237-6140-DA24D2710DC1}"/>
              </a:ext>
            </a:extLst>
          </p:cNvPr>
          <p:cNvSpPr txBox="1"/>
          <p:nvPr/>
        </p:nvSpPr>
        <p:spPr>
          <a:xfrm>
            <a:off x="2050556" y="4439386"/>
            <a:ext cx="1906881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25/03/2025 03:31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14</a:t>
            </a:r>
            <a:r>
              <a:rPr lang="pt-BR" sz="105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11AF85-8BC6-FEC1-E7F7-9A707480310E}"/>
              </a:ext>
            </a:extLst>
          </p:cNvPr>
          <p:cNvSpPr txBox="1"/>
          <p:nvPr/>
        </p:nvSpPr>
        <p:spPr>
          <a:xfrm>
            <a:off x="4126450" y="4439387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25/03/2025 03:48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/>
              <a:t> :</a:t>
            </a:r>
            <a:r>
              <a:rPr lang="pt-BR" sz="1200" b="1" dirty="0">
                <a:solidFill>
                  <a:srgbClr val="FF0000"/>
                </a:solidFill>
              </a:rPr>
              <a:t> 14</a:t>
            </a:r>
            <a:r>
              <a:rPr lang="pt-BR" sz="110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B0DDF1-590C-FA32-BDFB-5083F65B9D0F}"/>
              </a:ext>
            </a:extLst>
          </p:cNvPr>
          <p:cNvSpPr txBox="1"/>
          <p:nvPr/>
        </p:nvSpPr>
        <p:spPr>
          <a:xfrm>
            <a:off x="8181752" y="4436149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25/03/2025 06:39</a:t>
            </a:r>
          </a:p>
          <a:p>
            <a:r>
              <a:rPr lang="pt-BR" sz="1200" dirty="0"/>
              <a:t>TEMP. RECOM : 0° a 4° REALIZADA: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3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7D17E9-0B50-CCD4-D562-CFBD7097D26D}"/>
              </a:ext>
            </a:extLst>
          </p:cNvPr>
          <p:cNvSpPr txBox="1"/>
          <p:nvPr/>
        </p:nvSpPr>
        <p:spPr>
          <a:xfrm>
            <a:off x="10204557" y="4436149"/>
            <a:ext cx="194300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LOJA/CD </a:t>
            </a:r>
          </a:p>
          <a:p>
            <a:r>
              <a:rPr lang="pt-BR" sz="1200" dirty="0"/>
              <a:t>DATA: 25/03/2025 10:43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6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5A6D6EF-B734-7E2C-95F8-6AE1EADF2285}"/>
              </a:ext>
            </a:extLst>
          </p:cNvPr>
          <p:cNvSpPr txBox="1"/>
          <p:nvPr/>
        </p:nvSpPr>
        <p:spPr>
          <a:xfrm>
            <a:off x="6149255" y="443822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25/03/2025 04:43</a:t>
            </a:r>
          </a:p>
          <a:p>
            <a:r>
              <a:rPr lang="pt-BR" sz="1200" dirty="0">
                <a:solidFill>
                  <a:schemeClr val="tx1"/>
                </a:solidFill>
              </a:rPr>
              <a:t>TEMP. RECOM.: 0° a 4°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13</a:t>
            </a:r>
            <a:r>
              <a:rPr lang="pt-BR" sz="105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C789B3B-92D0-57C2-A0EB-20EA3E970F71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137C7AB7-BF68-FC8D-2D61-97D1F8182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D71CFD-540B-BE02-B7A2-FB42175DA4B1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7B5E963-BDEC-1D35-84B6-CD50B93AD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973815"/>
            <a:ext cx="12139946" cy="310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91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119759</TotalTime>
  <Words>632</Words>
  <Application>Microsoft Office PowerPoint</Application>
  <PresentationFormat>Widescreen</PresentationFormat>
  <Paragraphs>142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216</cp:revision>
  <dcterms:created xsi:type="dcterms:W3CDTF">2023-01-09T13:48:52Z</dcterms:created>
  <dcterms:modified xsi:type="dcterms:W3CDTF">2025-04-02T14:24:38Z</dcterms:modified>
</cp:coreProperties>
</file>